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Lst>
  <p:sldSz cy="5143500" cx="9144000"/>
  <p:notesSz cx="6858000" cy="9144000"/>
  <p:embeddedFontLst>
    <p:embeddedFont>
      <p:font typeface="Raleway"/>
      <p:regular r:id="rId148"/>
      <p:bold r:id="rId149"/>
      <p:italic r:id="rId150"/>
      <p:boldItalic r:id="rId151"/>
    </p:embeddedFont>
    <p:embeddedFont>
      <p:font typeface="Lato"/>
      <p:regular r:id="rId152"/>
      <p:bold r:id="rId153"/>
      <p:italic r:id="rId154"/>
      <p:boldItalic r:id="rId1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68BABD0-5116-4F82-84BD-8CF0208E2C9A}">
  <a:tblStyle styleId="{F68BABD0-5116-4F82-84BD-8CF0208E2C9A}"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7" Type="http://schemas.openxmlformats.org/officeDocument/2006/relationships/slide" Target="slides/slide100.xml"/><Relationship Id="rId106" Type="http://schemas.openxmlformats.org/officeDocument/2006/relationships/slide" Target="slides/slide99.xml"/><Relationship Id="rId105" Type="http://schemas.openxmlformats.org/officeDocument/2006/relationships/slide" Target="slides/slide98.xml"/><Relationship Id="rId104" Type="http://schemas.openxmlformats.org/officeDocument/2006/relationships/slide" Target="slides/slide97.xml"/><Relationship Id="rId109" Type="http://schemas.openxmlformats.org/officeDocument/2006/relationships/slide" Target="slides/slide102.xml"/><Relationship Id="rId108" Type="http://schemas.openxmlformats.org/officeDocument/2006/relationships/slide" Target="slides/slide101.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3" Type="http://schemas.openxmlformats.org/officeDocument/2006/relationships/slide" Target="slides/slide96.xml"/><Relationship Id="rId102" Type="http://schemas.openxmlformats.org/officeDocument/2006/relationships/slide" Target="slides/slide95.xml"/><Relationship Id="rId101" Type="http://schemas.openxmlformats.org/officeDocument/2006/relationships/slide" Target="slides/slide94.xml"/><Relationship Id="rId100" Type="http://schemas.openxmlformats.org/officeDocument/2006/relationships/slide" Target="slides/slide93.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29" Type="http://schemas.openxmlformats.org/officeDocument/2006/relationships/slide" Target="slides/slide122.xml"/><Relationship Id="rId128" Type="http://schemas.openxmlformats.org/officeDocument/2006/relationships/slide" Target="slides/slide121.xml"/><Relationship Id="rId127" Type="http://schemas.openxmlformats.org/officeDocument/2006/relationships/slide" Target="slides/slide120.xml"/><Relationship Id="rId126" Type="http://schemas.openxmlformats.org/officeDocument/2006/relationships/slide" Target="slides/slide119.xml"/><Relationship Id="rId26" Type="http://schemas.openxmlformats.org/officeDocument/2006/relationships/slide" Target="slides/slide19.xml"/><Relationship Id="rId121" Type="http://schemas.openxmlformats.org/officeDocument/2006/relationships/slide" Target="slides/slide114.xml"/><Relationship Id="rId25" Type="http://schemas.openxmlformats.org/officeDocument/2006/relationships/slide" Target="slides/slide18.xml"/><Relationship Id="rId120" Type="http://schemas.openxmlformats.org/officeDocument/2006/relationships/slide" Target="slides/slide113.xml"/><Relationship Id="rId28" Type="http://schemas.openxmlformats.org/officeDocument/2006/relationships/slide" Target="slides/slide21.xml"/><Relationship Id="rId27" Type="http://schemas.openxmlformats.org/officeDocument/2006/relationships/slide" Target="slides/slide20.xml"/><Relationship Id="rId125" Type="http://schemas.openxmlformats.org/officeDocument/2006/relationships/slide" Target="slides/slide118.xml"/><Relationship Id="rId29" Type="http://schemas.openxmlformats.org/officeDocument/2006/relationships/slide" Target="slides/slide22.xml"/><Relationship Id="rId124" Type="http://schemas.openxmlformats.org/officeDocument/2006/relationships/slide" Target="slides/slide117.xml"/><Relationship Id="rId123" Type="http://schemas.openxmlformats.org/officeDocument/2006/relationships/slide" Target="slides/slide116.xml"/><Relationship Id="rId122" Type="http://schemas.openxmlformats.org/officeDocument/2006/relationships/slide" Target="slides/slide115.xml"/><Relationship Id="rId95" Type="http://schemas.openxmlformats.org/officeDocument/2006/relationships/slide" Target="slides/slide88.xml"/><Relationship Id="rId94" Type="http://schemas.openxmlformats.org/officeDocument/2006/relationships/slide" Target="slides/slide87.xml"/><Relationship Id="rId97" Type="http://schemas.openxmlformats.org/officeDocument/2006/relationships/slide" Target="slides/slide90.xml"/><Relationship Id="rId96" Type="http://schemas.openxmlformats.org/officeDocument/2006/relationships/slide" Target="slides/slide89.xml"/><Relationship Id="rId11" Type="http://schemas.openxmlformats.org/officeDocument/2006/relationships/slide" Target="slides/slide4.xml"/><Relationship Id="rId99" Type="http://schemas.openxmlformats.org/officeDocument/2006/relationships/slide" Target="slides/slide92.xml"/><Relationship Id="rId10" Type="http://schemas.openxmlformats.org/officeDocument/2006/relationships/slide" Target="slides/slide3.xml"/><Relationship Id="rId98" Type="http://schemas.openxmlformats.org/officeDocument/2006/relationships/slide" Target="slides/slide91.xml"/><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slide" Target="slides/slide84.xml"/><Relationship Id="rId90" Type="http://schemas.openxmlformats.org/officeDocument/2006/relationships/slide" Target="slides/slide83.xml"/><Relationship Id="rId93" Type="http://schemas.openxmlformats.org/officeDocument/2006/relationships/slide" Target="slides/slide86.xml"/><Relationship Id="rId92" Type="http://schemas.openxmlformats.org/officeDocument/2006/relationships/slide" Target="slides/slide85.xml"/><Relationship Id="rId118" Type="http://schemas.openxmlformats.org/officeDocument/2006/relationships/slide" Target="slides/slide111.xml"/><Relationship Id="rId117" Type="http://schemas.openxmlformats.org/officeDocument/2006/relationships/slide" Target="slides/slide110.xml"/><Relationship Id="rId116" Type="http://schemas.openxmlformats.org/officeDocument/2006/relationships/slide" Target="slides/slide109.xml"/><Relationship Id="rId115" Type="http://schemas.openxmlformats.org/officeDocument/2006/relationships/slide" Target="slides/slide108.xml"/><Relationship Id="rId119" Type="http://schemas.openxmlformats.org/officeDocument/2006/relationships/slide" Target="slides/slide112.xml"/><Relationship Id="rId15" Type="http://schemas.openxmlformats.org/officeDocument/2006/relationships/slide" Target="slides/slide8.xml"/><Relationship Id="rId110" Type="http://schemas.openxmlformats.org/officeDocument/2006/relationships/slide" Target="slides/slide103.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14" Type="http://schemas.openxmlformats.org/officeDocument/2006/relationships/slide" Target="slides/slide107.xml"/><Relationship Id="rId18" Type="http://schemas.openxmlformats.org/officeDocument/2006/relationships/slide" Target="slides/slide11.xml"/><Relationship Id="rId113" Type="http://schemas.openxmlformats.org/officeDocument/2006/relationships/slide" Target="slides/slide106.xml"/><Relationship Id="rId112" Type="http://schemas.openxmlformats.org/officeDocument/2006/relationships/slide" Target="slides/slide105.xml"/><Relationship Id="rId111" Type="http://schemas.openxmlformats.org/officeDocument/2006/relationships/slide" Target="slides/slide104.xml"/><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150" Type="http://schemas.openxmlformats.org/officeDocument/2006/relationships/font" Target="fonts/Raleway-italic.fntdata"/><Relationship Id="rId87" Type="http://schemas.openxmlformats.org/officeDocument/2006/relationships/slide" Target="slides/slide80.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font" Target="fonts/Raleway-bold.fntdata"/><Relationship Id="rId4" Type="http://schemas.openxmlformats.org/officeDocument/2006/relationships/tableStyles" Target="tableStyles.xml"/><Relationship Id="rId148" Type="http://schemas.openxmlformats.org/officeDocument/2006/relationships/font" Target="fonts/Raleway-regular.fntdata"/><Relationship Id="rId9" Type="http://schemas.openxmlformats.org/officeDocument/2006/relationships/slide" Target="slides/slide2.xml"/><Relationship Id="rId143" Type="http://schemas.openxmlformats.org/officeDocument/2006/relationships/slide" Target="slides/slide136.xml"/><Relationship Id="rId142" Type="http://schemas.openxmlformats.org/officeDocument/2006/relationships/slide" Target="slides/slide135.xml"/><Relationship Id="rId141" Type="http://schemas.openxmlformats.org/officeDocument/2006/relationships/slide" Target="slides/slide134.xml"/><Relationship Id="rId140" Type="http://schemas.openxmlformats.org/officeDocument/2006/relationships/slide" Target="slides/slide133.xml"/><Relationship Id="rId5" Type="http://schemas.openxmlformats.org/officeDocument/2006/relationships/slideMaster" Target="slideMasters/slideMaster1.xml"/><Relationship Id="rId147" Type="http://schemas.openxmlformats.org/officeDocument/2006/relationships/slide" Target="slides/slide140.xml"/><Relationship Id="rId6" Type="http://schemas.openxmlformats.org/officeDocument/2006/relationships/slideMaster" Target="slideMasters/slideMaster2.xml"/><Relationship Id="rId146" Type="http://schemas.openxmlformats.org/officeDocument/2006/relationships/slide" Target="slides/slide139.xml"/><Relationship Id="rId7" Type="http://schemas.openxmlformats.org/officeDocument/2006/relationships/notesMaster" Target="notesMasters/notesMaster1.xml"/><Relationship Id="rId145" Type="http://schemas.openxmlformats.org/officeDocument/2006/relationships/slide" Target="slides/slide138.xml"/><Relationship Id="rId8" Type="http://schemas.openxmlformats.org/officeDocument/2006/relationships/slide" Target="slides/slide1.xml"/><Relationship Id="rId144" Type="http://schemas.openxmlformats.org/officeDocument/2006/relationships/slide" Target="slides/slide137.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139" Type="http://schemas.openxmlformats.org/officeDocument/2006/relationships/slide" Target="slides/slide132.xml"/><Relationship Id="rId138" Type="http://schemas.openxmlformats.org/officeDocument/2006/relationships/slide" Target="slides/slide131.xml"/><Relationship Id="rId137" Type="http://schemas.openxmlformats.org/officeDocument/2006/relationships/slide" Target="slides/slide130.xml"/><Relationship Id="rId132" Type="http://schemas.openxmlformats.org/officeDocument/2006/relationships/slide" Target="slides/slide125.xml"/><Relationship Id="rId131" Type="http://schemas.openxmlformats.org/officeDocument/2006/relationships/slide" Target="slides/slide124.xml"/><Relationship Id="rId130" Type="http://schemas.openxmlformats.org/officeDocument/2006/relationships/slide" Target="slides/slide123.xml"/><Relationship Id="rId136" Type="http://schemas.openxmlformats.org/officeDocument/2006/relationships/slide" Target="slides/slide129.xml"/><Relationship Id="rId135" Type="http://schemas.openxmlformats.org/officeDocument/2006/relationships/slide" Target="slides/slide128.xml"/><Relationship Id="rId134" Type="http://schemas.openxmlformats.org/officeDocument/2006/relationships/slide" Target="slides/slide127.xml"/><Relationship Id="rId133" Type="http://schemas.openxmlformats.org/officeDocument/2006/relationships/slide" Target="slides/slide126.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154" Type="http://schemas.openxmlformats.org/officeDocument/2006/relationships/font" Target="fonts/Lato-italic.fntdata"/><Relationship Id="rId58" Type="http://schemas.openxmlformats.org/officeDocument/2006/relationships/slide" Target="slides/slide51.xml"/><Relationship Id="rId153" Type="http://schemas.openxmlformats.org/officeDocument/2006/relationships/font" Target="fonts/Lato-bold.fntdata"/><Relationship Id="rId152" Type="http://schemas.openxmlformats.org/officeDocument/2006/relationships/font" Target="fonts/Lato-regular.fntdata"/><Relationship Id="rId151" Type="http://schemas.openxmlformats.org/officeDocument/2006/relationships/font" Target="fonts/Raleway-boldItalic.fntdata"/><Relationship Id="rId155" Type="http://schemas.openxmlformats.org/officeDocument/2006/relationships/font" Target="fonts/Lato-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2e43a12d96e_1_16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g2e43a12d96e_1_1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e43a12d96e_1_1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g2e43a12d96e_1_18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2e43a12d96e_1_1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g2e43a12d96e_1_19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2e43a12d96e_1_2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 name="Google Shape;297;g2e43a12d96e_1_20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e43a12d96e_1_223: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g2e43a12d96e_1_2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2e43a12d96e_1_2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7" name="Google Shape;327;g2e43a12d96e_1_2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2e43a12d96e_1_2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g2e43a12d96e_1_2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2e43a12d96e_1_26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g2e43a12d96e_1_2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2e43a12d96e_1_279: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g2e43a12d96e_1_2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2e43a12d96e_1_292: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g2e43a12d96e_1_2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2e43a12d96e_1_30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g2e43a12d96e_1_3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2e43a12d96e_1_321: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g2e43a12d96e_1_3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2e43a12d96e_1_334: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g2e43a12d96e_1_3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2e43a12d96e_1_34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g2e43a12d96e_1_3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2e43a12d96e_1_402: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g2e43a12d96e_1_4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2e43a12d96e_1_41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g2e43a12d96e_1_4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2e43a12d96e_1_428: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g2e43a12d96e_1_4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2e43a12d96e_1_441: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g2e43a12d96e_1_4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2e43a12d96e_1_454: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g2e43a12d96e_1_4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2e43a12d96e_1_46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g2e43a12d96e_1_4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2e43a12d96e_1_480: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g2e43a12d96e_1_4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2e43a12d96e_1_519: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g2e43a12d96e_1_5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5af7abacd1_1_1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g35af7abacd1_1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2e43a12d96e_3_16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g2e43a12d96e_3_1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2e43a12d96e_3_25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g2e43a12d96e_3_2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2e43a12d96e_3_268: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g2e43a12d96e_3_2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2e43a12d96e_3_281: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g2e43a12d96e_3_2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2e43a12d96e_3_311: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g2e43a12d96e_3_3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2e43a12d96e_3_324: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g2e43a12d96e_3_3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2e43a12d96e_3_33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g2e43a12d96e_3_3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2e43a12d96e_3_350: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g2e43a12d96e_3_3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2e43a12d96e_3_363: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g2e43a12d96e_3_3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2e43a12d96e_3_37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g2e43a12d96e_3_3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2e43a12d96e_3_390: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g2e43a12d96e_3_3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2e43a12d96e_3_404: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g2e43a12d96e_3_4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2e43a12d96e_3_418: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g2e43a12d96e_3_4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2e43a12d96e_3_432: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g2e43a12d96e_3_4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2e43a12d96e_3_44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g2e43a12d96e_3_4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2e43a12d96e_3_460: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g2e43a12d96e_3_4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g2e43a12d96e_3_473: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g2e43a12d96e_3_4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2e43a12d96e_3_48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g2e43a12d96e_3_4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2e43a12d96e_3_501: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g2e43a12d96e_3_5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g2e43a12d96e_3_51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g2e43a12d96e_3_5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g2e43a12d96e_3_529: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g2e43a12d96e_3_5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g2e43a12d96e_3_852: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g2e43a12d96e_3_8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g2e43a12d96e_3_86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g2e43a12d96e_3_8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2e43a12d96e_3_880: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g2e43a12d96e_3_8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g2e767461d44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g2e767461d44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g2e43a12d96e_3_55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g2e43a12d96e_3_5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2e43a12d96e_3_5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5" name="Google Shape;925;g2e43a12d96e_3_5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g2e43a12d96e_3_582: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g2e43a12d96e_3_5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g2e43a12d96e_3_59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g2e43a12d96e_3_5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g2e43a12d96e_3_608: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g2e43a12d96e_3_6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g35af7abacd1_1_2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g35af7abacd1_1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g2e43a12d96e_3_621: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g2e43a12d96e_3_6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g2e43a12d96e_3_6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4" name="Google Shape;1004;g2e43a12d96e_3_6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g2e43a12d96e_3_6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8" name="Google Shape;1018;g2e43a12d96e_3_6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g2e43a12d96e_3_663: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g2e43a12d96e_3_6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2e43a12d96e_3_67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g2e43a12d96e_3_6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g2e43a12d96e_3_690: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g2e43a12d96e_3_6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0" name="Shape 1070"/>
        <p:cNvGrpSpPr/>
        <p:nvPr/>
      </p:nvGrpSpPr>
      <p:grpSpPr>
        <a:xfrm>
          <a:off x="0" y="0"/>
          <a:ext cx="0" cy="0"/>
          <a:chOff x="0" y="0"/>
          <a:chExt cx="0" cy="0"/>
        </a:xfrm>
      </p:grpSpPr>
      <p:sp>
        <p:nvSpPr>
          <p:cNvPr id="1071" name="Google Shape;1071;g2e43a12d96e_3_703: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g2e43a12d96e_3_7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g2e43a12d96e_3_771: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g2e43a12d96e_3_7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g2e43a12d96e_3_78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g2e43a12d96e_3_7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g2e43a12d96e_3_798: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g2e43a12d96e_3_7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g2e43a12d96e_3_812: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g2e43a12d96e_3_8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g2e43a12d96e_3_82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g2e43a12d96e_3_8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g2e43a12d96e_3_839: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g2e43a12d96e_3_8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5" name="Shape 1165"/>
        <p:cNvGrpSpPr/>
        <p:nvPr/>
      </p:nvGrpSpPr>
      <p:grpSpPr>
        <a:xfrm>
          <a:off x="0" y="0"/>
          <a:ext cx="0" cy="0"/>
          <a:chOff x="0" y="0"/>
          <a:chExt cx="0" cy="0"/>
        </a:xfrm>
      </p:grpSpPr>
      <p:sp>
        <p:nvSpPr>
          <p:cNvPr id="1166" name="Google Shape;1166;g2e43a12d96e_3_894: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g2e43a12d96e_3_8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8" name="Shape 1178"/>
        <p:cNvGrpSpPr/>
        <p:nvPr/>
      </p:nvGrpSpPr>
      <p:grpSpPr>
        <a:xfrm>
          <a:off x="0" y="0"/>
          <a:ext cx="0" cy="0"/>
          <a:chOff x="0" y="0"/>
          <a:chExt cx="0" cy="0"/>
        </a:xfrm>
      </p:grpSpPr>
      <p:sp>
        <p:nvSpPr>
          <p:cNvPr id="1179" name="Google Shape;1179;g2e43a12d96e_3_90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g2e43a12d96e_3_9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1" name="Shape 1191"/>
        <p:cNvGrpSpPr/>
        <p:nvPr/>
      </p:nvGrpSpPr>
      <p:grpSpPr>
        <a:xfrm>
          <a:off x="0" y="0"/>
          <a:ext cx="0" cy="0"/>
          <a:chOff x="0" y="0"/>
          <a:chExt cx="0" cy="0"/>
        </a:xfrm>
      </p:grpSpPr>
      <p:sp>
        <p:nvSpPr>
          <p:cNvPr id="1192" name="Google Shape;1192;g2e43a12d96e_3_920: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g2e43a12d96e_3_9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2e43a12d96e_3_933: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g2e43a12d96e_3_9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g2e43a12d96e_3_94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g2e43a12d96e_3_9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0" name="Shape 1230"/>
        <p:cNvGrpSpPr/>
        <p:nvPr/>
      </p:nvGrpSpPr>
      <p:grpSpPr>
        <a:xfrm>
          <a:off x="0" y="0"/>
          <a:ext cx="0" cy="0"/>
          <a:chOff x="0" y="0"/>
          <a:chExt cx="0" cy="0"/>
        </a:xfrm>
      </p:grpSpPr>
      <p:sp>
        <p:nvSpPr>
          <p:cNvPr id="1231" name="Google Shape;1231;g2e43a12d96e_3_959: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g2e43a12d96e_3_9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3" name="Shape 1243"/>
        <p:cNvGrpSpPr/>
        <p:nvPr/>
      </p:nvGrpSpPr>
      <p:grpSpPr>
        <a:xfrm>
          <a:off x="0" y="0"/>
          <a:ext cx="0" cy="0"/>
          <a:chOff x="0" y="0"/>
          <a:chExt cx="0" cy="0"/>
        </a:xfrm>
      </p:grpSpPr>
      <p:sp>
        <p:nvSpPr>
          <p:cNvPr id="1244" name="Google Shape;1244;g2e43a12d96e_3_972: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g2e43a12d96e_3_9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6" name="Shape 1256"/>
        <p:cNvGrpSpPr/>
        <p:nvPr/>
      </p:nvGrpSpPr>
      <p:grpSpPr>
        <a:xfrm>
          <a:off x="0" y="0"/>
          <a:ext cx="0" cy="0"/>
          <a:chOff x="0" y="0"/>
          <a:chExt cx="0" cy="0"/>
        </a:xfrm>
      </p:grpSpPr>
      <p:sp>
        <p:nvSpPr>
          <p:cNvPr id="1257" name="Google Shape;1257;g2e43a12d96e_3_98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g2e43a12d96e_3_9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9" name="Shape 1269"/>
        <p:cNvGrpSpPr/>
        <p:nvPr/>
      </p:nvGrpSpPr>
      <p:grpSpPr>
        <a:xfrm>
          <a:off x="0" y="0"/>
          <a:ext cx="0" cy="0"/>
          <a:chOff x="0" y="0"/>
          <a:chExt cx="0" cy="0"/>
        </a:xfrm>
      </p:grpSpPr>
      <p:sp>
        <p:nvSpPr>
          <p:cNvPr id="1270" name="Google Shape;1270;g2e43a12d96e_3_998: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g2e43a12d96e_3_9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g2e43a12d96e_5_0: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g2e43a12d96e_5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8" name="Shape 1298"/>
        <p:cNvGrpSpPr/>
        <p:nvPr/>
      </p:nvGrpSpPr>
      <p:grpSpPr>
        <a:xfrm>
          <a:off x="0" y="0"/>
          <a:ext cx="0" cy="0"/>
          <a:chOff x="0" y="0"/>
          <a:chExt cx="0" cy="0"/>
        </a:xfrm>
      </p:grpSpPr>
      <p:sp>
        <p:nvSpPr>
          <p:cNvPr id="1299" name="Google Shape;1299;g2e43a12d96e_5_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0" name="Google Shape;1300;g2e43a12d96e_5_8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2" name="Shape 1312"/>
        <p:cNvGrpSpPr/>
        <p:nvPr/>
      </p:nvGrpSpPr>
      <p:grpSpPr>
        <a:xfrm>
          <a:off x="0" y="0"/>
          <a:ext cx="0" cy="0"/>
          <a:chOff x="0" y="0"/>
          <a:chExt cx="0" cy="0"/>
        </a:xfrm>
      </p:grpSpPr>
      <p:sp>
        <p:nvSpPr>
          <p:cNvPr id="1313" name="Google Shape;1313;g2e43a12d96e_5_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4" name="Google Shape;1314;g2e43a12d96e_5_10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6" name="Shape 1326"/>
        <p:cNvGrpSpPr/>
        <p:nvPr/>
      </p:nvGrpSpPr>
      <p:grpSpPr>
        <a:xfrm>
          <a:off x="0" y="0"/>
          <a:ext cx="0" cy="0"/>
          <a:chOff x="0" y="0"/>
          <a:chExt cx="0" cy="0"/>
        </a:xfrm>
      </p:grpSpPr>
      <p:sp>
        <p:nvSpPr>
          <p:cNvPr id="1327" name="Google Shape;1327;g2e43a12d96e_5_11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g2e43a12d96e_5_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9" name="Shape 1339"/>
        <p:cNvGrpSpPr/>
        <p:nvPr/>
      </p:nvGrpSpPr>
      <p:grpSpPr>
        <a:xfrm>
          <a:off x="0" y="0"/>
          <a:ext cx="0" cy="0"/>
          <a:chOff x="0" y="0"/>
          <a:chExt cx="0" cy="0"/>
        </a:xfrm>
      </p:grpSpPr>
      <p:sp>
        <p:nvSpPr>
          <p:cNvPr id="1340" name="Google Shape;1340;g2e43a12d96e_5_1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1" name="Google Shape;1341;g2e43a12d96e_5_1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2" name="Shape 1352"/>
        <p:cNvGrpSpPr/>
        <p:nvPr/>
      </p:nvGrpSpPr>
      <p:grpSpPr>
        <a:xfrm>
          <a:off x="0" y="0"/>
          <a:ext cx="0" cy="0"/>
          <a:chOff x="0" y="0"/>
          <a:chExt cx="0" cy="0"/>
        </a:xfrm>
      </p:grpSpPr>
      <p:sp>
        <p:nvSpPr>
          <p:cNvPr id="1353" name="Google Shape;1353;g2e43a12d96e_5_143: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g2e43a12d96e_5_1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5" name="Shape 1365"/>
        <p:cNvGrpSpPr/>
        <p:nvPr/>
      </p:nvGrpSpPr>
      <p:grpSpPr>
        <a:xfrm>
          <a:off x="0" y="0"/>
          <a:ext cx="0" cy="0"/>
          <a:chOff x="0" y="0"/>
          <a:chExt cx="0" cy="0"/>
        </a:xfrm>
      </p:grpSpPr>
      <p:sp>
        <p:nvSpPr>
          <p:cNvPr id="1366" name="Google Shape;1366;g2e43a12d96e_5_15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g2e43a12d96e_5_1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9" name="Shape 1379"/>
        <p:cNvGrpSpPr/>
        <p:nvPr/>
      </p:nvGrpSpPr>
      <p:grpSpPr>
        <a:xfrm>
          <a:off x="0" y="0"/>
          <a:ext cx="0" cy="0"/>
          <a:chOff x="0" y="0"/>
          <a:chExt cx="0" cy="0"/>
        </a:xfrm>
      </p:grpSpPr>
      <p:sp>
        <p:nvSpPr>
          <p:cNvPr id="1380" name="Google Shape;1380;g2e43a12d96e_5_170: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g2e43a12d96e_5_1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2" name="Shape 1392"/>
        <p:cNvGrpSpPr/>
        <p:nvPr/>
      </p:nvGrpSpPr>
      <p:grpSpPr>
        <a:xfrm>
          <a:off x="0" y="0"/>
          <a:ext cx="0" cy="0"/>
          <a:chOff x="0" y="0"/>
          <a:chExt cx="0" cy="0"/>
        </a:xfrm>
      </p:grpSpPr>
      <p:sp>
        <p:nvSpPr>
          <p:cNvPr id="1393" name="Google Shape;1393;g2e43a12d96e_5_183: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g2e43a12d96e_5_1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5" name="Shape 1405"/>
        <p:cNvGrpSpPr/>
        <p:nvPr/>
      </p:nvGrpSpPr>
      <p:grpSpPr>
        <a:xfrm>
          <a:off x="0" y="0"/>
          <a:ext cx="0" cy="0"/>
          <a:chOff x="0" y="0"/>
          <a:chExt cx="0" cy="0"/>
        </a:xfrm>
      </p:grpSpPr>
      <p:sp>
        <p:nvSpPr>
          <p:cNvPr id="1406" name="Google Shape;1406;g2e43a12d96e_5_19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g2e43a12d96e_5_1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0" name="Shape 1420"/>
        <p:cNvGrpSpPr/>
        <p:nvPr/>
      </p:nvGrpSpPr>
      <p:grpSpPr>
        <a:xfrm>
          <a:off x="0" y="0"/>
          <a:ext cx="0" cy="0"/>
          <a:chOff x="0" y="0"/>
          <a:chExt cx="0" cy="0"/>
        </a:xfrm>
      </p:grpSpPr>
      <p:sp>
        <p:nvSpPr>
          <p:cNvPr id="1421" name="Google Shape;1421;g2e43a12d96e_5_211: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g2e43a12d96e_5_2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6" name="Shape 1436"/>
        <p:cNvGrpSpPr/>
        <p:nvPr/>
      </p:nvGrpSpPr>
      <p:grpSpPr>
        <a:xfrm>
          <a:off x="0" y="0"/>
          <a:ext cx="0" cy="0"/>
          <a:chOff x="0" y="0"/>
          <a:chExt cx="0" cy="0"/>
        </a:xfrm>
      </p:grpSpPr>
      <p:sp>
        <p:nvSpPr>
          <p:cNvPr id="1437" name="Google Shape;1437;g2e43a12d96e_5_22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g2e43a12d96e_5_2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9" name="Shape 1449"/>
        <p:cNvGrpSpPr/>
        <p:nvPr/>
      </p:nvGrpSpPr>
      <p:grpSpPr>
        <a:xfrm>
          <a:off x="0" y="0"/>
          <a:ext cx="0" cy="0"/>
          <a:chOff x="0" y="0"/>
          <a:chExt cx="0" cy="0"/>
        </a:xfrm>
      </p:grpSpPr>
      <p:sp>
        <p:nvSpPr>
          <p:cNvPr id="1450" name="Google Shape;1450;g2e43a12d96e_5_240: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g2e43a12d96e_5_2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2" name="Shape 1462"/>
        <p:cNvGrpSpPr/>
        <p:nvPr/>
      </p:nvGrpSpPr>
      <p:grpSpPr>
        <a:xfrm>
          <a:off x="0" y="0"/>
          <a:ext cx="0" cy="0"/>
          <a:chOff x="0" y="0"/>
          <a:chExt cx="0" cy="0"/>
        </a:xfrm>
      </p:grpSpPr>
      <p:sp>
        <p:nvSpPr>
          <p:cNvPr id="1463" name="Google Shape;1463;g2e43a12d96e_5_253: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g2e43a12d96e_5_2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5" name="Shape 1475"/>
        <p:cNvGrpSpPr/>
        <p:nvPr/>
      </p:nvGrpSpPr>
      <p:grpSpPr>
        <a:xfrm>
          <a:off x="0" y="0"/>
          <a:ext cx="0" cy="0"/>
          <a:chOff x="0" y="0"/>
          <a:chExt cx="0" cy="0"/>
        </a:xfrm>
      </p:grpSpPr>
      <p:sp>
        <p:nvSpPr>
          <p:cNvPr id="1476" name="Google Shape;1476;g2e43a12d96e_5_26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g2e43a12d96e_5_2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1" name="Shape 1491"/>
        <p:cNvGrpSpPr/>
        <p:nvPr/>
      </p:nvGrpSpPr>
      <p:grpSpPr>
        <a:xfrm>
          <a:off x="0" y="0"/>
          <a:ext cx="0" cy="0"/>
          <a:chOff x="0" y="0"/>
          <a:chExt cx="0" cy="0"/>
        </a:xfrm>
      </p:grpSpPr>
      <p:sp>
        <p:nvSpPr>
          <p:cNvPr id="1492" name="Google Shape;1492;g2e43a12d96e_5_282: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g2e43a12d96e_5_2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4" name="Shape 1504"/>
        <p:cNvGrpSpPr/>
        <p:nvPr/>
      </p:nvGrpSpPr>
      <p:grpSpPr>
        <a:xfrm>
          <a:off x="0" y="0"/>
          <a:ext cx="0" cy="0"/>
          <a:chOff x="0" y="0"/>
          <a:chExt cx="0" cy="0"/>
        </a:xfrm>
      </p:grpSpPr>
      <p:sp>
        <p:nvSpPr>
          <p:cNvPr id="1505" name="Google Shape;1505;g2e43a12d96e_5_29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g2e43a12d96e_5_2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7" name="Shape 1517"/>
        <p:cNvGrpSpPr/>
        <p:nvPr/>
      </p:nvGrpSpPr>
      <p:grpSpPr>
        <a:xfrm>
          <a:off x="0" y="0"/>
          <a:ext cx="0" cy="0"/>
          <a:chOff x="0" y="0"/>
          <a:chExt cx="0" cy="0"/>
        </a:xfrm>
      </p:grpSpPr>
      <p:sp>
        <p:nvSpPr>
          <p:cNvPr id="1518" name="Google Shape;1518;g2e43a12d96e_5_308: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g2e43a12d96e_5_3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0" name="Shape 1530"/>
        <p:cNvGrpSpPr/>
        <p:nvPr/>
      </p:nvGrpSpPr>
      <p:grpSpPr>
        <a:xfrm>
          <a:off x="0" y="0"/>
          <a:ext cx="0" cy="0"/>
          <a:chOff x="0" y="0"/>
          <a:chExt cx="0" cy="0"/>
        </a:xfrm>
      </p:grpSpPr>
      <p:sp>
        <p:nvSpPr>
          <p:cNvPr id="1531" name="Google Shape;1531;g2e43a12d96e_5_334: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g2e43a12d96e_5_3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3" name="Shape 1543"/>
        <p:cNvGrpSpPr/>
        <p:nvPr/>
      </p:nvGrpSpPr>
      <p:grpSpPr>
        <a:xfrm>
          <a:off x="0" y="0"/>
          <a:ext cx="0" cy="0"/>
          <a:chOff x="0" y="0"/>
          <a:chExt cx="0" cy="0"/>
        </a:xfrm>
      </p:grpSpPr>
      <p:sp>
        <p:nvSpPr>
          <p:cNvPr id="1544" name="Google Shape;1544;g2e43a12d96e_5_34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g2e43a12d96e_5_3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6" name="Shape 1556"/>
        <p:cNvGrpSpPr/>
        <p:nvPr/>
      </p:nvGrpSpPr>
      <p:grpSpPr>
        <a:xfrm>
          <a:off x="0" y="0"/>
          <a:ext cx="0" cy="0"/>
          <a:chOff x="0" y="0"/>
          <a:chExt cx="0" cy="0"/>
        </a:xfrm>
      </p:grpSpPr>
      <p:sp>
        <p:nvSpPr>
          <p:cNvPr id="1557" name="Google Shape;1557;g2e43a12d96e_5_412: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g2e43a12d96e_5_4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9" name="Shape 1569"/>
        <p:cNvGrpSpPr/>
        <p:nvPr/>
      </p:nvGrpSpPr>
      <p:grpSpPr>
        <a:xfrm>
          <a:off x="0" y="0"/>
          <a:ext cx="0" cy="0"/>
          <a:chOff x="0" y="0"/>
          <a:chExt cx="0" cy="0"/>
        </a:xfrm>
      </p:grpSpPr>
      <p:sp>
        <p:nvSpPr>
          <p:cNvPr id="1570" name="Google Shape;1570;g2e43a12d96e_5_360: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g2e43a12d96e_5_3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2" name="Shape 1582"/>
        <p:cNvGrpSpPr/>
        <p:nvPr/>
      </p:nvGrpSpPr>
      <p:grpSpPr>
        <a:xfrm>
          <a:off x="0" y="0"/>
          <a:ext cx="0" cy="0"/>
          <a:chOff x="0" y="0"/>
          <a:chExt cx="0" cy="0"/>
        </a:xfrm>
      </p:grpSpPr>
      <p:sp>
        <p:nvSpPr>
          <p:cNvPr id="1583" name="Google Shape;1583;g2e43a12d96e_5_373: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g2e43a12d96e_5_3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5" name="Shape 1595"/>
        <p:cNvGrpSpPr/>
        <p:nvPr/>
      </p:nvGrpSpPr>
      <p:grpSpPr>
        <a:xfrm>
          <a:off x="0" y="0"/>
          <a:ext cx="0" cy="0"/>
          <a:chOff x="0" y="0"/>
          <a:chExt cx="0" cy="0"/>
        </a:xfrm>
      </p:grpSpPr>
      <p:sp>
        <p:nvSpPr>
          <p:cNvPr id="1596" name="Google Shape;1596;g2e43a12d96e_5_399: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g2e43a12d96e_5_3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8" name="Shape 1608"/>
        <p:cNvGrpSpPr/>
        <p:nvPr/>
      </p:nvGrpSpPr>
      <p:grpSpPr>
        <a:xfrm>
          <a:off x="0" y="0"/>
          <a:ext cx="0" cy="0"/>
          <a:chOff x="0" y="0"/>
          <a:chExt cx="0" cy="0"/>
        </a:xfrm>
      </p:grpSpPr>
      <p:sp>
        <p:nvSpPr>
          <p:cNvPr id="1609" name="Google Shape;1609;g2e43a12d96e_5_42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g2e43a12d96e_5_4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1" name="Shape 1621"/>
        <p:cNvGrpSpPr/>
        <p:nvPr/>
      </p:nvGrpSpPr>
      <p:grpSpPr>
        <a:xfrm>
          <a:off x="0" y="0"/>
          <a:ext cx="0" cy="0"/>
          <a:chOff x="0" y="0"/>
          <a:chExt cx="0" cy="0"/>
        </a:xfrm>
      </p:grpSpPr>
      <p:sp>
        <p:nvSpPr>
          <p:cNvPr id="1622" name="Google Shape;1622;g2e43a12d96e_7_8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g2e43a12d96e_7_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4" name="Shape 1634"/>
        <p:cNvGrpSpPr/>
        <p:nvPr/>
      </p:nvGrpSpPr>
      <p:grpSpPr>
        <a:xfrm>
          <a:off x="0" y="0"/>
          <a:ext cx="0" cy="0"/>
          <a:chOff x="0" y="0"/>
          <a:chExt cx="0" cy="0"/>
        </a:xfrm>
      </p:grpSpPr>
      <p:sp>
        <p:nvSpPr>
          <p:cNvPr id="1635" name="Google Shape;1635;g2e43a12d96e_7_10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g2e43a12d96e_7_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7" name="Shape 1647"/>
        <p:cNvGrpSpPr/>
        <p:nvPr/>
      </p:nvGrpSpPr>
      <p:grpSpPr>
        <a:xfrm>
          <a:off x="0" y="0"/>
          <a:ext cx="0" cy="0"/>
          <a:chOff x="0" y="0"/>
          <a:chExt cx="0" cy="0"/>
        </a:xfrm>
      </p:grpSpPr>
      <p:sp>
        <p:nvSpPr>
          <p:cNvPr id="1648" name="Google Shape;1648;g2e43a12d96e_7_11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g2e43a12d96e_7_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0" name="Shape 1660"/>
        <p:cNvGrpSpPr/>
        <p:nvPr/>
      </p:nvGrpSpPr>
      <p:grpSpPr>
        <a:xfrm>
          <a:off x="0" y="0"/>
          <a:ext cx="0" cy="0"/>
          <a:chOff x="0" y="0"/>
          <a:chExt cx="0" cy="0"/>
        </a:xfrm>
      </p:grpSpPr>
      <p:sp>
        <p:nvSpPr>
          <p:cNvPr id="1661" name="Google Shape;1661;g2e43a12d96e_7_141: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g2e43a12d96e_7_1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3" name="Shape 1673"/>
        <p:cNvGrpSpPr/>
        <p:nvPr/>
      </p:nvGrpSpPr>
      <p:grpSpPr>
        <a:xfrm>
          <a:off x="0" y="0"/>
          <a:ext cx="0" cy="0"/>
          <a:chOff x="0" y="0"/>
          <a:chExt cx="0" cy="0"/>
        </a:xfrm>
      </p:grpSpPr>
      <p:sp>
        <p:nvSpPr>
          <p:cNvPr id="1674" name="Google Shape;1674;g2e43a12d96e_7_154: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g2e43a12d96e_7_1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8" name="Shape 1688"/>
        <p:cNvGrpSpPr/>
        <p:nvPr/>
      </p:nvGrpSpPr>
      <p:grpSpPr>
        <a:xfrm>
          <a:off x="0" y="0"/>
          <a:ext cx="0" cy="0"/>
          <a:chOff x="0" y="0"/>
          <a:chExt cx="0" cy="0"/>
        </a:xfrm>
      </p:grpSpPr>
      <p:sp>
        <p:nvSpPr>
          <p:cNvPr id="1689" name="Google Shape;1689;g2e43a12d96e_7_250: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g2e43a12d96e_7_2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2" name="Shape 1702"/>
        <p:cNvGrpSpPr/>
        <p:nvPr/>
      </p:nvGrpSpPr>
      <p:grpSpPr>
        <a:xfrm>
          <a:off x="0" y="0"/>
          <a:ext cx="0" cy="0"/>
          <a:chOff x="0" y="0"/>
          <a:chExt cx="0" cy="0"/>
        </a:xfrm>
      </p:grpSpPr>
      <p:sp>
        <p:nvSpPr>
          <p:cNvPr id="1703" name="Google Shape;1703;g2e43a12d96e_7_26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g2e43a12d96e_7_2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7" name="Shape 1717"/>
        <p:cNvGrpSpPr/>
        <p:nvPr/>
      </p:nvGrpSpPr>
      <p:grpSpPr>
        <a:xfrm>
          <a:off x="0" y="0"/>
          <a:ext cx="0" cy="0"/>
          <a:chOff x="0" y="0"/>
          <a:chExt cx="0" cy="0"/>
        </a:xfrm>
      </p:grpSpPr>
      <p:sp>
        <p:nvSpPr>
          <p:cNvPr id="1718" name="Google Shape;1718;g2e43a12d96e_7_279: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g2e43a12d96e_7_2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2" name="Shape 1732"/>
        <p:cNvGrpSpPr/>
        <p:nvPr/>
      </p:nvGrpSpPr>
      <p:grpSpPr>
        <a:xfrm>
          <a:off x="0" y="0"/>
          <a:ext cx="0" cy="0"/>
          <a:chOff x="0" y="0"/>
          <a:chExt cx="0" cy="0"/>
        </a:xfrm>
      </p:grpSpPr>
      <p:sp>
        <p:nvSpPr>
          <p:cNvPr id="1733" name="Google Shape;1733;g2e43a12d96e_7_29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g2e43a12d96e_7_2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7" name="Shape 1747"/>
        <p:cNvGrpSpPr/>
        <p:nvPr/>
      </p:nvGrpSpPr>
      <p:grpSpPr>
        <a:xfrm>
          <a:off x="0" y="0"/>
          <a:ext cx="0" cy="0"/>
          <a:chOff x="0" y="0"/>
          <a:chExt cx="0" cy="0"/>
        </a:xfrm>
      </p:grpSpPr>
      <p:sp>
        <p:nvSpPr>
          <p:cNvPr id="1748" name="Google Shape;1748;g2e43a12d96e_7_309: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g2e43a12d96e_7_3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2" name="Shape 1762"/>
        <p:cNvGrpSpPr/>
        <p:nvPr/>
      </p:nvGrpSpPr>
      <p:grpSpPr>
        <a:xfrm>
          <a:off x="0" y="0"/>
          <a:ext cx="0" cy="0"/>
          <a:chOff x="0" y="0"/>
          <a:chExt cx="0" cy="0"/>
        </a:xfrm>
      </p:grpSpPr>
      <p:sp>
        <p:nvSpPr>
          <p:cNvPr id="1763" name="Google Shape;1763;g2e43a12d96e_7_324: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g2e43a12d96e_7_3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7" name="Shape 1777"/>
        <p:cNvGrpSpPr/>
        <p:nvPr/>
      </p:nvGrpSpPr>
      <p:grpSpPr>
        <a:xfrm>
          <a:off x="0" y="0"/>
          <a:ext cx="0" cy="0"/>
          <a:chOff x="0" y="0"/>
          <a:chExt cx="0" cy="0"/>
        </a:xfrm>
      </p:grpSpPr>
      <p:sp>
        <p:nvSpPr>
          <p:cNvPr id="1778" name="Google Shape;1778;g2e43a12d96e_7_339: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g2e43a12d96e_7_3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2" name="Shape 1792"/>
        <p:cNvGrpSpPr/>
        <p:nvPr/>
      </p:nvGrpSpPr>
      <p:grpSpPr>
        <a:xfrm>
          <a:off x="0" y="0"/>
          <a:ext cx="0" cy="0"/>
          <a:chOff x="0" y="0"/>
          <a:chExt cx="0" cy="0"/>
        </a:xfrm>
      </p:grpSpPr>
      <p:sp>
        <p:nvSpPr>
          <p:cNvPr id="1793" name="Google Shape;1793;g2e43a12d96e_7_354: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g2e43a12d96e_7_3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7" name="Shape 1807"/>
        <p:cNvGrpSpPr/>
        <p:nvPr/>
      </p:nvGrpSpPr>
      <p:grpSpPr>
        <a:xfrm>
          <a:off x="0" y="0"/>
          <a:ext cx="0" cy="0"/>
          <a:chOff x="0" y="0"/>
          <a:chExt cx="0" cy="0"/>
        </a:xfrm>
      </p:grpSpPr>
      <p:sp>
        <p:nvSpPr>
          <p:cNvPr id="1808" name="Google Shape;1808;g2e43a12d96e_7_369: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g2e43a12d96e_7_3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0" name="Shape 1820"/>
        <p:cNvGrpSpPr/>
        <p:nvPr/>
      </p:nvGrpSpPr>
      <p:grpSpPr>
        <a:xfrm>
          <a:off x="0" y="0"/>
          <a:ext cx="0" cy="0"/>
          <a:chOff x="0" y="0"/>
          <a:chExt cx="0" cy="0"/>
        </a:xfrm>
      </p:grpSpPr>
      <p:sp>
        <p:nvSpPr>
          <p:cNvPr id="1821" name="Google Shape;1821;g2e43a12d96e_7_382: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g2e43a12d96e_7_3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3" name="Shape 1833"/>
        <p:cNvGrpSpPr/>
        <p:nvPr/>
      </p:nvGrpSpPr>
      <p:grpSpPr>
        <a:xfrm>
          <a:off x="0" y="0"/>
          <a:ext cx="0" cy="0"/>
          <a:chOff x="0" y="0"/>
          <a:chExt cx="0" cy="0"/>
        </a:xfrm>
      </p:grpSpPr>
      <p:sp>
        <p:nvSpPr>
          <p:cNvPr id="1834" name="Google Shape;1834;g2e43a12d96e_7_39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g2e43a12d96e_7_3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6" name="Shape 1846"/>
        <p:cNvGrpSpPr/>
        <p:nvPr/>
      </p:nvGrpSpPr>
      <p:grpSpPr>
        <a:xfrm>
          <a:off x="0" y="0"/>
          <a:ext cx="0" cy="0"/>
          <a:chOff x="0" y="0"/>
          <a:chExt cx="0" cy="0"/>
        </a:xfrm>
      </p:grpSpPr>
      <p:sp>
        <p:nvSpPr>
          <p:cNvPr id="1847" name="Google Shape;1847;g2e43a12d96e_7_408: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g2e43a12d96e_7_4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9" name="Shape 1859"/>
        <p:cNvGrpSpPr/>
        <p:nvPr/>
      </p:nvGrpSpPr>
      <p:grpSpPr>
        <a:xfrm>
          <a:off x="0" y="0"/>
          <a:ext cx="0" cy="0"/>
          <a:chOff x="0" y="0"/>
          <a:chExt cx="0" cy="0"/>
        </a:xfrm>
      </p:grpSpPr>
      <p:sp>
        <p:nvSpPr>
          <p:cNvPr id="1860" name="Google Shape;1860;g2e43a12d96e_7_421: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g2e43a12d96e_7_4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2" name="Shape 1872"/>
        <p:cNvGrpSpPr/>
        <p:nvPr/>
      </p:nvGrpSpPr>
      <p:grpSpPr>
        <a:xfrm>
          <a:off x="0" y="0"/>
          <a:ext cx="0" cy="0"/>
          <a:chOff x="0" y="0"/>
          <a:chExt cx="0" cy="0"/>
        </a:xfrm>
      </p:grpSpPr>
      <p:sp>
        <p:nvSpPr>
          <p:cNvPr id="1873" name="Google Shape;1873;g2e43a12d96e_7_434: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g2e43a12d96e_7_4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5" name="Shape 1885"/>
        <p:cNvGrpSpPr/>
        <p:nvPr/>
      </p:nvGrpSpPr>
      <p:grpSpPr>
        <a:xfrm>
          <a:off x="0" y="0"/>
          <a:ext cx="0" cy="0"/>
          <a:chOff x="0" y="0"/>
          <a:chExt cx="0" cy="0"/>
        </a:xfrm>
      </p:grpSpPr>
      <p:sp>
        <p:nvSpPr>
          <p:cNvPr id="1886" name="Google Shape;1886;g2e43a12d96e_7_44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g2e43a12d96e_7_4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8" name="Shape 1898"/>
        <p:cNvGrpSpPr/>
        <p:nvPr/>
      </p:nvGrpSpPr>
      <p:grpSpPr>
        <a:xfrm>
          <a:off x="0" y="0"/>
          <a:ext cx="0" cy="0"/>
          <a:chOff x="0" y="0"/>
          <a:chExt cx="0" cy="0"/>
        </a:xfrm>
      </p:grpSpPr>
      <p:sp>
        <p:nvSpPr>
          <p:cNvPr id="1899" name="Google Shape;1899;g2e43a12d96e_7_460: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g2e43a12d96e_7_4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1" name="Shape 1911"/>
        <p:cNvGrpSpPr/>
        <p:nvPr/>
      </p:nvGrpSpPr>
      <p:grpSpPr>
        <a:xfrm>
          <a:off x="0" y="0"/>
          <a:ext cx="0" cy="0"/>
          <a:chOff x="0" y="0"/>
          <a:chExt cx="0" cy="0"/>
        </a:xfrm>
      </p:grpSpPr>
      <p:sp>
        <p:nvSpPr>
          <p:cNvPr id="1912" name="Google Shape;1912;g2e43a12d96e_7_473: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g2e43a12d96e_7_4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6" name="Shape 1926"/>
        <p:cNvGrpSpPr/>
        <p:nvPr/>
      </p:nvGrpSpPr>
      <p:grpSpPr>
        <a:xfrm>
          <a:off x="0" y="0"/>
          <a:ext cx="0" cy="0"/>
          <a:chOff x="0" y="0"/>
          <a:chExt cx="0" cy="0"/>
        </a:xfrm>
      </p:grpSpPr>
      <p:sp>
        <p:nvSpPr>
          <p:cNvPr id="1927" name="Google Shape;1927;g2e43a12d96e_7_488: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g2e43a12d96e_7_4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9" name="Shape 1939"/>
        <p:cNvGrpSpPr/>
        <p:nvPr/>
      </p:nvGrpSpPr>
      <p:grpSpPr>
        <a:xfrm>
          <a:off x="0" y="0"/>
          <a:ext cx="0" cy="0"/>
          <a:chOff x="0" y="0"/>
          <a:chExt cx="0" cy="0"/>
        </a:xfrm>
      </p:grpSpPr>
      <p:sp>
        <p:nvSpPr>
          <p:cNvPr id="1940" name="Google Shape;1940;g2e43a12d96e_7_51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g2e43a12d96e_7_5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4" name="Shape 1954"/>
        <p:cNvGrpSpPr/>
        <p:nvPr/>
      </p:nvGrpSpPr>
      <p:grpSpPr>
        <a:xfrm>
          <a:off x="0" y="0"/>
          <a:ext cx="0" cy="0"/>
          <a:chOff x="0" y="0"/>
          <a:chExt cx="0" cy="0"/>
        </a:xfrm>
      </p:grpSpPr>
      <p:sp>
        <p:nvSpPr>
          <p:cNvPr id="1955" name="Google Shape;1955;g2e43a12d96e_7_531: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g2e43a12d96e_7_5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7" name="Shape 1967"/>
        <p:cNvGrpSpPr/>
        <p:nvPr/>
      </p:nvGrpSpPr>
      <p:grpSpPr>
        <a:xfrm>
          <a:off x="0" y="0"/>
          <a:ext cx="0" cy="0"/>
          <a:chOff x="0" y="0"/>
          <a:chExt cx="0" cy="0"/>
        </a:xfrm>
      </p:grpSpPr>
      <p:sp>
        <p:nvSpPr>
          <p:cNvPr id="1968" name="Google Shape;1968;g2e43a12d96e_7_544: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g2e43a12d96e_7_5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0" name="Shape 1980"/>
        <p:cNvGrpSpPr/>
        <p:nvPr/>
      </p:nvGrpSpPr>
      <p:grpSpPr>
        <a:xfrm>
          <a:off x="0" y="0"/>
          <a:ext cx="0" cy="0"/>
          <a:chOff x="0" y="0"/>
          <a:chExt cx="0" cy="0"/>
        </a:xfrm>
      </p:grpSpPr>
      <p:sp>
        <p:nvSpPr>
          <p:cNvPr id="1981" name="Google Shape;1981;g2e43a12d96e_7_55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g2e43a12d96e_7_5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3" name="Shape 1993"/>
        <p:cNvGrpSpPr/>
        <p:nvPr/>
      </p:nvGrpSpPr>
      <p:grpSpPr>
        <a:xfrm>
          <a:off x="0" y="0"/>
          <a:ext cx="0" cy="0"/>
          <a:chOff x="0" y="0"/>
          <a:chExt cx="0" cy="0"/>
        </a:xfrm>
      </p:grpSpPr>
      <p:sp>
        <p:nvSpPr>
          <p:cNvPr id="1994" name="Google Shape;1994;g2e43a12d96e_7_570: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g2e43a12d96e_7_5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7" name="Shape 2007"/>
        <p:cNvGrpSpPr/>
        <p:nvPr/>
      </p:nvGrpSpPr>
      <p:grpSpPr>
        <a:xfrm>
          <a:off x="0" y="0"/>
          <a:ext cx="0" cy="0"/>
          <a:chOff x="0" y="0"/>
          <a:chExt cx="0" cy="0"/>
        </a:xfrm>
      </p:grpSpPr>
      <p:sp>
        <p:nvSpPr>
          <p:cNvPr id="2008" name="Google Shape;2008;g2e43a12d96e_7_584: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g2e43a12d96e_7_5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1" name="Shape 2021"/>
        <p:cNvGrpSpPr/>
        <p:nvPr/>
      </p:nvGrpSpPr>
      <p:grpSpPr>
        <a:xfrm>
          <a:off x="0" y="0"/>
          <a:ext cx="0" cy="0"/>
          <a:chOff x="0" y="0"/>
          <a:chExt cx="0" cy="0"/>
        </a:xfrm>
      </p:grpSpPr>
      <p:sp>
        <p:nvSpPr>
          <p:cNvPr id="2022" name="Google Shape;2022;g2e43a12d96e_7_598: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g2e43a12d96e_7_5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5" name="Shape 2035"/>
        <p:cNvGrpSpPr/>
        <p:nvPr/>
      </p:nvGrpSpPr>
      <p:grpSpPr>
        <a:xfrm>
          <a:off x="0" y="0"/>
          <a:ext cx="0" cy="0"/>
          <a:chOff x="0" y="0"/>
          <a:chExt cx="0" cy="0"/>
        </a:xfrm>
      </p:grpSpPr>
      <p:sp>
        <p:nvSpPr>
          <p:cNvPr id="2036" name="Google Shape;2036;g2e43a12d96e_7_612: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g2e43a12d96e_7_6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9" name="Shape 2049"/>
        <p:cNvGrpSpPr/>
        <p:nvPr/>
      </p:nvGrpSpPr>
      <p:grpSpPr>
        <a:xfrm>
          <a:off x="0" y="0"/>
          <a:ext cx="0" cy="0"/>
          <a:chOff x="0" y="0"/>
          <a:chExt cx="0" cy="0"/>
        </a:xfrm>
      </p:grpSpPr>
      <p:sp>
        <p:nvSpPr>
          <p:cNvPr id="2050" name="Google Shape;2050;g2e43a12d96e_7_62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g2e43a12d96e_7_6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3" name="Shape 2063"/>
        <p:cNvGrpSpPr/>
        <p:nvPr/>
      </p:nvGrpSpPr>
      <p:grpSpPr>
        <a:xfrm>
          <a:off x="0" y="0"/>
          <a:ext cx="0" cy="0"/>
          <a:chOff x="0" y="0"/>
          <a:chExt cx="0" cy="0"/>
        </a:xfrm>
      </p:grpSpPr>
      <p:sp>
        <p:nvSpPr>
          <p:cNvPr id="2064" name="Google Shape;2064;g2e43a12d96e_7_640: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g2e43a12d96e_7_6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7" name="Shape 2077"/>
        <p:cNvGrpSpPr/>
        <p:nvPr/>
      </p:nvGrpSpPr>
      <p:grpSpPr>
        <a:xfrm>
          <a:off x="0" y="0"/>
          <a:ext cx="0" cy="0"/>
          <a:chOff x="0" y="0"/>
          <a:chExt cx="0" cy="0"/>
        </a:xfrm>
      </p:grpSpPr>
      <p:sp>
        <p:nvSpPr>
          <p:cNvPr id="2078" name="Google Shape;2078;g2e43a12d96e_7_654: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g2e43a12d96e_7_6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1" name="Shape 2091"/>
        <p:cNvGrpSpPr/>
        <p:nvPr/>
      </p:nvGrpSpPr>
      <p:grpSpPr>
        <a:xfrm>
          <a:off x="0" y="0"/>
          <a:ext cx="0" cy="0"/>
          <a:chOff x="0" y="0"/>
          <a:chExt cx="0" cy="0"/>
        </a:xfrm>
      </p:grpSpPr>
      <p:sp>
        <p:nvSpPr>
          <p:cNvPr id="2092" name="Google Shape;2092;g2e43a12d96e_7_668: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g2e43a12d96e_7_6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4" name="Shape 2104"/>
        <p:cNvGrpSpPr/>
        <p:nvPr/>
      </p:nvGrpSpPr>
      <p:grpSpPr>
        <a:xfrm>
          <a:off x="0" y="0"/>
          <a:ext cx="0" cy="0"/>
          <a:chOff x="0" y="0"/>
          <a:chExt cx="0" cy="0"/>
        </a:xfrm>
      </p:grpSpPr>
      <p:sp>
        <p:nvSpPr>
          <p:cNvPr id="2105" name="Google Shape;2105;g2e43a12d96e_7_681: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g2e43a12d96e_7_6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7" name="Shape 2117"/>
        <p:cNvGrpSpPr/>
        <p:nvPr/>
      </p:nvGrpSpPr>
      <p:grpSpPr>
        <a:xfrm>
          <a:off x="0" y="0"/>
          <a:ext cx="0" cy="0"/>
          <a:chOff x="0" y="0"/>
          <a:chExt cx="0" cy="0"/>
        </a:xfrm>
      </p:grpSpPr>
      <p:sp>
        <p:nvSpPr>
          <p:cNvPr id="2118" name="Google Shape;2118;g2e43a12d96e_7_694: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g2e43a12d96e_7_6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0" name="Shape 2130"/>
        <p:cNvGrpSpPr/>
        <p:nvPr/>
      </p:nvGrpSpPr>
      <p:grpSpPr>
        <a:xfrm>
          <a:off x="0" y="0"/>
          <a:ext cx="0" cy="0"/>
          <a:chOff x="0" y="0"/>
          <a:chExt cx="0" cy="0"/>
        </a:xfrm>
      </p:grpSpPr>
      <p:sp>
        <p:nvSpPr>
          <p:cNvPr id="2131" name="Google Shape;2131;g2e43a12d96e_7_70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g2e43a12d96e_7_7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rtl="0">
              <a:spcBef>
                <a:spcPts val="0"/>
              </a:spcBef>
              <a:spcAft>
                <a:spcPts val="0"/>
              </a:spcAft>
              <a:buSzPts val="4200"/>
              <a:buNone/>
              <a:defRPr sz="4200"/>
            </a:lvl1pPr>
            <a:lvl2pPr lvl="1" rtl="0">
              <a:spcBef>
                <a:spcPts val="0"/>
              </a:spcBef>
              <a:spcAft>
                <a:spcPts val="0"/>
              </a:spcAft>
              <a:buSzPts val="4200"/>
              <a:buNone/>
              <a:defRPr sz="4200"/>
            </a:lvl2pPr>
            <a:lvl3pPr lvl="2" rtl="0">
              <a:spcBef>
                <a:spcPts val="0"/>
              </a:spcBef>
              <a:spcAft>
                <a:spcPts val="0"/>
              </a:spcAft>
              <a:buSzPts val="4200"/>
              <a:buNone/>
              <a:defRPr sz="4200"/>
            </a:lvl3pPr>
            <a:lvl4pPr lvl="3" rtl="0">
              <a:spcBef>
                <a:spcPts val="0"/>
              </a:spcBef>
              <a:spcAft>
                <a:spcPts val="0"/>
              </a:spcAft>
              <a:buSzPts val="4200"/>
              <a:buNone/>
              <a:defRPr sz="4200"/>
            </a:lvl4pPr>
            <a:lvl5pPr lvl="4" rtl="0">
              <a:spcBef>
                <a:spcPts val="0"/>
              </a:spcBef>
              <a:spcAft>
                <a:spcPts val="0"/>
              </a:spcAft>
              <a:buSzPts val="4200"/>
              <a:buNone/>
              <a:defRPr sz="4200"/>
            </a:lvl5pPr>
            <a:lvl6pPr lvl="5" rtl="0">
              <a:spcBef>
                <a:spcPts val="0"/>
              </a:spcBef>
              <a:spcAft>
                <a:spcPts val="0"/>
              </a:spcAft>
              <a:buSzPts val="4200"/>
              <a:buNone/>
              <a:defRPr sz="4200"/>
            </a:lvl6pPr>
            <a:lvl7pPr lvl="6" rtl="0">
              <a:spcBef>
                <a:spcPts val="0"/>
              </a:spcBef>
              <a:spcAft>
                <a:spcPts val="0"/>
              </a:spcAft>
              <a:buSzPts val="4200"/>
              <a:buNone/>
              <a:defRPr sz="4200"/>
            </a:lvl7pPr>
            <a:lvl8pPr lvl="7" rtl="0">
              <a:spcBef>
                <a:spcPts val="0"/>
              </a:spcBef>
              <a:spcAft>
                <a:spcPts val="0"/>
              </a:spcAft>
              <a:buSzPts val="4200"/>
              <a:buNone/>
              <a:defRPr sz="4200"/>
            </a:lvl8pPr>
            <a:lvl9pPr lvl="8" rtl="0">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8000"/>
              <a:buNone/>
              <a:defRPr sz="8000">
                <a:solidFill>
                  <a:schemeClr val="lt1"/>
                </a:solidFill>
              </a:defRPr>
            </a:lvl1pPr>
            <a:lvl2pPr lvl="1" rtl="0">
              <a:spcBef>
                <a:spcPts val="0"/>
              </a:spcBef>
              <a:spcAft>
                <a:spcPts val="0"/>
              </a:spcAft>
              <a:buClr>
                <a:schemeClr val="lt1"/>
              </a:buClr>
              <a:buSzPts val="8000"/>
              <a:buNone/>
              <a:defRPr sz="8000">
                <a:solidFill>
                  <a:schemeClr val="lt1"/>
                </a:solidFill>
              </a:defRPr>
            </a:lvl2pPr>
            <a:lvl3pPr lvl="2" rtl="0">
              <a:spcBef>
                <a:spcPts val="0"/>
              </a:spcBef>
              <a:spcAft>
                <a:spcPts val="0"/>
              </a:spcAft>
              <a:buClr>
                <a:schemeClr val="lt1"/>
              </a:buClr>
              <a:buSzPts val="8000"/>
              <a:buNone/>
              <a:defRPr sz="8000">
                <a:solidFill>
                  <a:schemeClr val="lt1"/>
                </a:solidFill>
              </a:defRPr>
            </a:lvl3pPr>
            <a:lvl4pPr lvl="3" rtl="0">
              <a:spcBef>
                <a:spcPts val="0"/>
              </a:spcBef>
              <a:spcAft>
                <a:spcPts val="0"/>
              </a:spcAft>
              <a:buClr>
                <a:schemeClr val="lt1"/>
              </a:buClr>
              <a:buSzPts val="8000"/>
              <a:buNone/>
              <a:defRPr sz="8000">
                <a:solidFill>
                  <a:schemeClr val="lt1"/>
                </a:solidFill>
              </a:defRPr>
            </a:lvl4pPr>
            <a:lvl5pPr lvl="4" rtl="0">
              <a:spcBef>
                <a:spcPts val="0"/>
              </a:spcBef>
              <a:spcAft>
                <a:spcPts val="0"/>
              </a:spcAft>
              <a:buClr>
                <a:schemeClr val="lt1"/>
              </a:buClr>
              <a:buSzPts val="8000"/>
              <a:buNone/>
              <a:defRPr sz="8000">
                <a:solidFill>
                  <a:schemeClr val="lt1"/>
                </a:solidFill>
              </a:defRPr>
            </a:lvl5pPr>
            <a:lvl6pPr lvl="5" rtl="0">
              <a:spcBef>
                <a:spcPts val="0"/>
              </a:spcBef>
              <a:spcAft>
                <a:spcPts val="0"/>
              </a:spcAft>
              <a:buClr>
                <a:schemeClr val="lt1"/>
              </a:buClr>
              <a:buSzPts val="8000"/>
              <a:buNone/>
              <a:defRPr sz="8000">
                <a:solidFill>
                  <a:schemeClr val="lt1"/>
                </a:solidFill>
              </a:defRPr>
            </a:lvl6pPr>
            <a:lvl7pPr lvl="6" rtl="0">
              <a:spcBef>
                <a:spcPts val="0"/>
              </a:spcBef>
              <a:spcAft>
                <a:spcPts val="0"/>
              </a:spcAft>
              <a:buClr>
                <a:schemeClr val="lt1"/>
              </a:buClr>
              <a:buSzPts val="8000"/>
              <a:buNone/>
              <a:defRPr sz="8000">
                <a:solidFill>
                  <a:schemeClr val="lt1"/>
                </a:solidFill>
              </a:defRPr>
            </a:lvl7pPr>
            <a:lvl8pPr lvl="7" rtl="0">
              <a:spcBef>
                <a:spcPts val="0"/>
              </a:spcBef>
              <a:spcAft>
                <a:spcPts val="0"/>
              </a:spcAft>
              <a:buClr>
                <a:schemeClr val="lt1"/>
              </a:buClr>
              <a:buSzPts val="8000"/>
              <a:buNone/>
              <a:defRPr sz="8000">
                <a:solidFill>
                  <a:schemeClr val="lt1"/>
                </a:solidFill>
              </a:defRPr>
            </a:lvl8pPr>
            <a:lvl9pPr lvl="8" rtl="0">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Clr>
                <a:schemeClr val="lt1"/>
              </a:buClr>
              <a:buSzPts val="1300"/>
              <a:buChar char="●"/>
              <a:defRPr>
                <a:solidFill>
                  <a:schemeClr val="lt1"/>
                </a:solidFill>
              </a:defRPr>
            </a:lvl1pPr>
            <a:lvl2pPr indent="-298450" lvl="1" marL="914400" rtl="0">
              <a:spcBef>
                <a:spcPts val="0"/>
              </a:spcBef>
              <a:spcAft>
                <a:spcPts val="0"/>
              </a:spcAft>
              <a:buClr>
                <a:schemeClr val="lt1"/>
              </a:buClr>
              <a:buSzPts val="1100"/>
              <a:buChar char="○"/>
              <a:defRPr>
                <a:solidFill>
                  <a:schemeClr val="lt1"/>
                </a:solidFill>
              </a:defRPr>
            </a:lvl2pPr>
            <a:lvl3pPr indent="-298450" lvl="2" marL="1371600" rtl="0">
              <a:spcBef>
                <a:spcPts val="0"/>
              </a:spcBef>
              <a:spcAft>
                <a:spcPts val="0"/>
              </a:spcAft>
              <a:buClr>
                <a:schemeClr val="lt1"/>
              </a:buClr>
              <a:buSzPts val="1100"/>
              <a:buChar char="■"/>
              <a:defRPr>
                <a:solidFill>
                  <a:schemeClr val="lt1"/>
                </a:solidFill>
              </a:defRPr>
            </a:lvl3pPr>
            <a:lvl4pPr indent="-298450" lvl="3" marL="1828800" rtl="0">
              <a:spcBef>
                <a:spcPts val="0"/>
              </a:spcBef>
              <a:spcAft>
                <a:spcPts val="0"/>
              </a:spcAft>
              <a:buClr>
                <a:schemeClr val="lt1"/>
              </a:buClr>
              <a:buSzPts val="1100"/>
              <a:buChar char="●"/>
              <a:defRPr>
                <a:solidFill>
                  <a:schemeClr val="lt1"/>
                </a:solidFill>
              </a:defRPr>
            </a:lvl4pPr>
            <a:lvl5pPr indent="-298450" lvl="4" marL="2286000" rtl="0">
              <a:spcBef>
                <a:spcPts val="0"/>
              </a:spcBef>
              <a:spcAft>
                <a:spcPts val="0"/>
              </a:spcAft>
              <a:buClr>
                <a:schemeClr val="lt1"/>
              </a:buClr>
              <a:buSzPts val="1100"/>
              <a:buChar char="○"/>
              <a:defRPr>
                <a:solidFill>
                  <a:schemeClr val="lt1"/>
                </a:solidFill>
              </a:defRPr>
            </a:lvl5pPr>
            <a:lvl6pPr indent="-298450" lvl="5" marL="2743200" rtl="0">
              <a:spcBef>
                <a:spcPts val="0"/>
              </a:spcBef>
              <a:spcAft>
                <a:spcPts val="0"/>
              </a:spcAft>
              <a:buClr>
                <a:schemeClr val="lt1"/>
              </a:buClr>
              <a:buSzPts val="1100"/>
              <a:buChar char="■"/>
              <a:defRPr>
                <a:solidFill>
                  <a:schemeClr val="lt1"/>
                </a:solidFill>
              </a:defRPr>
            </a:lvl6pPr>
            <a:lvl7pPr indent="-298450" lvl="6" marL="3200400" rtl="0">
              <a:spcBef>
                <a:spcPts val="0"/>
              </a:spcBef>
              <a:spcAft>
                <a:spcPts val="0"/>
              </a:spcAft>
              <a:buClr>
                <a:schemeClr val="lt1"/>
              </a:buClr>
              <a:buSzPts val="1100"/>
              <a:buChar char="●"/>
              <a:defRPr>
                <a:solidFill>
                  <a:schemeClr val="lt1"/>
                </a:solidFill>
              </a:defRPr>
            </a:lvl7pPr>
            <a:lvl8pPr indent="-298450" lvl="7" marL="3657600" rtl="0">
              <a:spcBef>
                <a:spcPts val="0"/>
              </a:spcBef>
              <a:spcAft>
                <a:spcPts val="0"/>
              </a:spcAft>
              <a:buClr>
                <a:schemeClr val="lt1"/>
              </a:buClr>
              <a:buSzPts val="1100"/>
              <a:buChar char="○"/>
              <a:defRPr>
                <a:solidFill>
                  <a:schemeClr val="lt1"/>
                </a:solidFill>
              </a:defRPr>
            </a:lvl8pPr>
            <a:lvl9pPr indent="-298450" lvl="8" marL="4114800" rtl="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179" name="Shape 179"/>
        <p:cNvGrpSpPr/>
        <p:nvPr/>
      </p:nvGrpSpPr>
      <p:grpSpPr>
        <a:xfrm>
          <a:off x="0" y="0"/>
          <a:ext cx="0" cy="0"/>
          <a:chOff x="0" y="0"/>
          <a:chExt cx="0" cy="0"/>
        </a:xfrm>
      </p:grpSpPr>
      <p:sp>
        <p:nvSpPr>
          <p:cNvPr id="180" name="Google Shape;180;p14"/>
          <p:cNvSpPr txBox="1"/>
          <p:nvPr>
            <p:ph idx="10" type="dt"/>
          </p:nvPr>
        </p:nvSpPr>
        <p:spPr>
          <a:xfrm>
            <a:off x="628650" y="4767263"/>
            <a:ext cx="2057400" cy="27463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98989"/>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81" name="Google Shape;181;p14"/>
          <p:cNvSpPr txBox="1"/>
          <p:nvPr>
            <p:ph idx="11" type="ftr"/>
          </p:nvPr>
        </p:nvSpPr>
        <p:spPr>
          <a:xfrm>
            <a:off x="3028950" y="4767263"/>
            <a:ext cx="3086100" cy="27463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98989"/>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82" name="Google Shape;182;p14"/>
          <p:cNvSpPr txBox="1"/>
          <p:nvPr>
            <p:ph idx="12" type="sldNum"/>
          </p:nvPr>
        </p:nvSpPr>
        <p:spPr>
          <a:xfrm>
            <a:off x="6457950" y="4767263"/>
            <a:ext cx="2057400" cy="274638"/>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98989"/>
              </a:buClr>
              <a:buSzPts val="900"/>
              <a:buNone/>
              <a:defRPr strike="noStrike">
                <a:latin typeface="Calibri"/>
                <a:ea typeface="Calibri"/>
                <a:cs typeface="Calibri"/>
                <a:sym typeface="Calibri"/>
              </a:defRPr>
            </a:lvl1pPr>
            <a:lvl2pPr indent="0" lvl="1" marL="0" algn="r">
              <a:lnSpc>
                <a:spcPct val="100000"/>
              </a:lnSpc>
              <a:spcBef>
                <a:spcPts val="0"/>
              </a:spcBef>
              <a:spcAft>
                <a:spcPts val="0"/>
              </a:spcAft>
              <a:buClr>
                <a:srgbClr val="898989"/>
              </a:buClr>
              <a:buSzPts val="900"/>
              <a:buNone/>
              <a:defRPr strike="noStrike">
                <a:latin typeface="Calibri"/>
                <a:ea typeface="Calibri"/>
                <a:cs typeface="Calibri"/>
                <a:sym typeface="Calibri"/>
              </a:defRPr>
            </a:lvl2pPr>
            <a:lvl3pPr indent="0" lvl="2" marL="0" algn="r">
              <a:lnSpc>
                <a:spcPct val="100000"/>
              </a:lnSpc>
              <a:spcBef>
                <a:spcPts val="0"/>
              </a:spcBef>
              <a:spcAft>
                <a:spcPts val="0"/>
              </a:spcAft>
              <a:buClr>
                <a:srgbClr val="898989"/>
              </a:buClr>
              <a:buSzPts val="900"/>
              <a:buNone/>
              <a:defRPr strike="noStrike">
                <a:latin typeface="Calibri"/>
                <a:ea typeface="Calibri"/>
                <a:cs typeface="Calibri"/>
                <a:sym typeface="Calibri"/>
              </a:defRPr>
            </a:lvl3pPr>
            <a:lvl4pPr indent="0" lvl="3" marL="0" algn="r">
              <a:lnSpc>
                <a:spcPct val="100000"/>
              </a:lnSpc>
              <a:spcBef>
                <a:spcPts val="0"/>
              </a:spcBef>
              <a:spcAft>
                <a:spcPts val="0"/>
              </a:spcAft>
              <a:buClr>
                <a:srgbClr val="898989"/>
              </a:buClr>
              <a:buSzPts val="900"/>
              <a:buNone/>
              <a:defRPr strike="noStrike">
                <a:latin typeface="Calibri"/>
                <a:ea typeface="Calibri"/>
                <a:cs typeface="Calibri"/>
                <a:sym typeface="Calibri"/>
              </a:defRPr>
            </a:lvl4pPr>
            <a:lvl5pPr indent="0" lvl="4" marL="0" algn="r">
              <a:lnSpc>
                <a:spcPct val="100000"/>
              </a:lnSpc>
              <a:spcBef>
                <a:spcPts val="0"/>
              </a:spcBef>
              <a:spcAft>
                <a:spcPts val="0"/>
              </a:spcAft>
              <a:buClr>
                <a:srgbClr val="898989"/>
              </a:buClr>
              <a:buSzPts val="900"/>
              <a:buNone/>
              <a:defRPr strike="noStrike">
                <a:latin typeface="Calibri"/>
                <a:ea typeface="Calibri"/>
                <a:cs typeface="Calibri"/>
                <a:sym typeface="Calibri"/>
              </a:defRPr>
            </a:lvl5pPr>
            <a:lvl6pPr indent="0" lvl="5" marL="0" algn="r">
              <a:lnSpc>
                <a:spcPct val="100000"/>
              </a:lnSpc>
              <a:spcBef>
                <a:spcPts val="0"/>
              </a:spcBef>
              <a:spcAft>
                <a:spcPts val="0"/>
              </a:spcAft>
              <a:buClr>
                <a:srgbClr val="898989"/>
              </a:buClr>
              <a:buSzPts val="900"/>
              <a:buNone/>
              <a:defRPr strike="noStrike">
                <a:latin typeface="Calibri"/>
                <a:ea typeface="Calibri"/>
                <a:cs typeface="Calibri"/>
                <a:sym typeface="Calibri"/>
              </a:defRPr>
            </a:lvl6pPr>
            <a:lvl7pPr indent="0" lvl="6" marL="0" algn="r">
              <a:lnSpc>
                <a:spcPct val="100000"/>
              </a:lnSpc>
              <a:spcBef>
                <a:spcPts val="0"/>
              </a:spcBef>
              <a:spcAft>
                <a:spcPts val="0"/>
              </a:spcAft>
              <a:buClr>
                <a:srgbClr val="898989"/>
              </a:buClr>
              <a:buSzPts val="900"/>
              <a:buNone/>
              <a:defRPr strike="noStrike">
                <a:latin typeface="Calibri"/>
                <a:ea typeface="Calibri"/>
                <a:cs typeface="Calibri"/>
                <a:sym typeface="Calibri"/>
              </a:defRPr>
            </a:lvl7pPr>
            <a:lvl8pPr indent="0" lvl="7" marL="0" algn="r">
              <a:lnSpc>
                <a:spcPct val="100000"/>
              </a:lnSpc>
              <a:spcBef>
                <a:spcPts val="0"/>
              </a:spcBef>
              <a:spcAft>
                <a:spcPts val="0"/>
              </a:spcAft>
              <a:buClr>
                <a:srgbClr val="898989"/>
              </a:buClr>
              <a:buSzPts val="900"/>
              <a:buNone/>
              <a:defRPr strike="noStrike">
                <a:latin typeface="Calibri"/>
                <a:ea typeface="Calibri"/>
                <a:cs typeface="Calibri"/>
                <a:sym typeface="Calibri"/>
              </a:defRPr>
            </a:lvl8pPr>
            <a:lvl9pPr indent="0" lvl="8" marL="0" algn="r">
              <a:lnSpc>
                <a:spcPct val="100000"/>
              </a:lnSpc>
              <a:spcBef>
                <a:spcPts val="0"/>
              </a:spcBef>
              <a:spcAft>
                <a:spcPts val="0"/>
              </a:spcAft>
              <a:buClr>
                <a:srgbClr val="898989"/>
              </a:buClr>
              <a:buSzPts val="900"/>
              <a:buNone/>
              <a:defRPr strike="noStrike">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ransition spd="slow">
    <p:push/>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83" name="Shape 183"/>
        <p:cNvGrpSpPr/>
        <p:nvPr/>
      </p:nvGrpSpPr>
      <p:grpSpPr>
        <a:xfrm>
          <a:off x="0" y="0"/>
          <a:ext cx="0" cy="0"/>
          <a:chOff x="0" y="0"/>
          <a:chExt cx="0" cy="0"/>
        </a:xfrm>
      </p:grpSpPr>
      <p:sp>
        <p:nvSpPr>
          <p:cNvPr id="184" name="Google Shape;184;p15"/>
          <p:cNvSpPr txBox="1"/>
          <p:nvPr>
            <p:ph type="ctrTitle"/>
          </p:nvPr>
        </p:nvSpPr>
        <p:spPr>
          <a:xfrm>
            <a:off x="685800" y="1598613"/>
            <a:ext cx="7772400" cy="110172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9pPr>
          </a:lstStyle>
          <a:p/>
        </p:txBody>
      </p:sp>
      <p:sp>
        <p:nvSpPr>
          <p:cNvPr id="185" name="Google Shape;185;p15"/>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750"/>
              </a:spcBef>
              <a:spcAft>
                <a:spcPts val="0"/>
              </a:spcAft>
              <a:buClr>
                <a:schemeClr val="dk1"/>
              </a:buClr>
              <a:buSzPts val="2100"/>
              <a:buFont typeface="Arial"/>
              <a:buNone/>
              <a:defRPr b="0" i="0" sz="2100" u="none" cap="none" strike="noStrike">
                <a:solidFill>
                  <a:schemeClr val="dk1"/>
                </a:solidFill>
                <a:latin typeface="Calibri"/>
                <a:ea typeface="Calibri"/>
                <a:cs typeface="Calibri"/>
                <a:sym typeface="Calibri"/>
              </a:defRPr>
            </a:lvl1pPr>
            <a:lvl2pPr lvl="1" marR="0" rtl="0" algn="ctr">
              <a:lnSpc>
                <a:spcPct val="90000"/>
              </a:lnSpc>
              <a:spcBef>
                <a:spcPts val="375"/>
              </a:spcBef>
              <a:spcAft>
                <a:spcPts val="0"/>
              </a:spcAft>
              <a:buClr>
                <a:schemeClr val="dk1"/>
              </a:buClr>
              <a:buSzPts val="2100"/>
              <a:buFont typeface="Arial"/>
              <a:buNone/>
              <a:defRPr b="0" i="0" sz="2100" u="none" cap="none" strike="noStrike">
                <a:solidFill>
                  <a:schemeClr val="dk1"/>
                </a:solidFill>
                <a:latin typeface="Calibri"/>
                <a:ea typeface="Calibri"/>
                <a:cs typeface="Calibri"/>
                <a:sym typeface="Calibri"/>
              </a:defRPr>
            </a:lvl2pPr>
            <a:lvl3pPr lvl="2" marR="0" rtl="0" algn="ctr">
              <a:lnSpc>
                <a:spcPct val="90000"/>
              </a:lnSpc>
              <a:spcBef>
                <a:spcPts val="375"/>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3pPr>
            <a:lvl4pPr lvl="3" marR="0" rtl="0" algn="ctr">
              <a:lnSpc>
                <a:spcPct val="90000"/>
              </a:lnSpc>
              <a:spcBef>
                <a:spcPts val="375"/>
              </a:spcBef>
              <a:spcAft>
                <a:spcPts val="0"/>
              </a:spcAft>
              <a:buClr>
                <a:schemeClr val="dk1"/>
              </a:buClr>
              <a:buSzPts val="1300"/>
              <a:buFont typeface="Arial"/>
              <a:buNone/>
              <a:defRPr b="0" i="0" sz="1300" u="none" cap="none" strike="noStrike">
                <a:solidFill>
                  <a:schemeClr val="dk1"/>
                </a:solidFill>
                <a:latin typeface="Calibri"/>
                <a:ea typeface="Calibri"/>
                <a:cs typeface="Calibri"/>
                <a:sym typeface="Calibri"/>
              </a:defRPr>
            </a:lvl4pPr>
            <a:lvl5pPr lvl="4" marR="0" rtl="0" algn="ctr">
              <a:lnSpc>
                <a:spcPct val="90000"/>
              </a:lnSpc>
              <a:spcBef>
                <a:spcPts val="375"/>
              </a:spcBef>
              <a:spcAft>
                <a:spcPts val="0"/>
              </a:spcAft>
              <a:buClr>
                <a:schemeClr val="dk1"/>
              </a:buClr>
              <a:buSzPts val="1300"/>
              <a:buFont typeface="Arial"/>
              <a:buNone/>
              <a:defRPr b="0" i="0" sz="1300" u="none" cap="none" strike="noStrike">
                <a:solidFill>
                  <a:schemeClr val="dk1"/>
                </a:solidFill>
                <a:latin typeface="Calibri"/>
                <a:ea typeface="Calibri"/>
                <a:cs typeface="Calibri"/>
                <a:sym typeface="Calibri"/>
              </a:defRPr>
            </a:lvl5pPr>
            <a:lvl6pPr lvl="5" marR="0" rtl="0" algn="ctr">
              <a:lnSpc>
                <a:spcPct val="90000"/>
              </a:lnSpc>
              <a:spcBef>
                <a:spcPts val="375"/>
              </a:spcBef>
              <a:spcAft>
                <a:spcPts val="0"/>
              </a:spcAft>
              <a:buClr>
                <a:schemeClr val="dk1"/>
              </a:buClr>
              <a:buSzPts val="1300"/>
              <a:buFont typeface="Arial"/>
              <a:buNone/>
              <a:defRPr b="0" i="0" sz="1300" u="none" cap="none" strike="noStrike">
                <a:solidFill>
                  <a:schemeClr val="dk1"/>
                </a:solidFill>
                <a:latin typeface="Calibri"/>
                <a:ea typeface="Calibri"/>
                <a:cs typeface="Calibri"/>
                <a:sym typeface="Calibri"/>
              </a:defRPr>
            </a:lvl6pPr>
            <a:lvl7pPr lvl="6" marR="0" rtl="0" algn="ctr">
              <a:lnSpc>
                <a:spcPct val="90000"/>
              </a:lnSpc>
              <a:spcBef>
                <a:spcPts val="375"/>
              </a:spcBef>
              <a:spcAft>
                <a:spcPts val="0"/>
              </a:spcAft>
              <a:buClr>
                <a:schemeClr val="dk1"/>
              </a:buClr>
              <a:buSzPts val="1300"/>
              <a:buFont typeface="Arial"/>
              <a:buNone/>
              <a:defRPr b="0" i="0" sz="1300" u="none" cap="none" strike="noStrike">
                <a:solidFill>
                  <a:schemeClr val="dk1"/>
                </a:solidFill>
                <a:latin typeface="Calibri"/>
                <a:ea typeface="Calibri"/>
                <a:cs typeface="Calibri"/>
                <a:sym typeface="Calibri"/>
              </a:defRPr>
            </a:lvl7pPr>
            <a:lvl8pPr lvl="7" marR="0" rtl="0" algn="ctr">
              <a:lnSpc>
                <a:spcPct val="90000"/>
              </a:lnSpc>
              <a:spcBef>
                <a:spcPts val="375"/>
              </a:spcBef>
              <a:spcAft>
                <a:spcPts val="0"/>
              </a:spcAft>
              <a:buClr>
                <a:schemeClr val="dk1"/>
              </a:buClr>
              <a:buSzPts val="1300"/>
              <a:buFont typeface="Arial"/>
              <a:buNone/>
              <a:defRPr b="0" i="0" sz="1300" u="none" cap="none" strike="noStrike">
                <a:solidFill>
                  <a:schemeClr val="dk1"/>
                </a:solidFill>
                <a:latin typeface="Calibri"/>
                <a:ea typeface="Calibri"/>
                <a:cs typeface="Calibri"/>
                <a:sym typeface="Calibri"/>
              </a:defRPr>
            </a:lvl8pPr>
            <a:lvl9pPr lvl="8" marR="0" rtl="0" algn="ctr">
              <a:lnSpc>
                <a:spcPct val="90000"/>
              </a:lnSpc>
              <a:spcBef>
                <a:spcPts val="375"/>
              </a:spcBef>
              <a:spcAft>
                <a:spcPts val="0"/>
              </a:spcAft>
              <a:buClr>
                <a:schemeClr val="dk1"/>
              </a:buClr>
              <a:buSzPts val="1300"/>
              <a:buFont typeface="Arial"/>
              <a:buNone/>
              <a:defRPr b="0" i="0" sz="1300" u="none" cap="none" strike="noStrike">
                <a:solidFill>
                  <a:schemeClr val="dk1"/>
                </a:solidFill>
                <a:latin typeface="Calibri"/>
                <a:ea typeface="Calibri"/>
                <a:cs typeface="Calibri"/>
                <a:sym typeface="Calibri"/>
              </a:defRPr>
            </a:lvl9pPr>
          </a:lstStyle>
          <a:p/>
        </p:txBody>
      </p:sp>
      <p:sp>
        <p:nvSpPr>
          <p:cNvPr id="186" name="Google Shape;186;p15"/>
          <p:cNvSpPr txBox="1"/>
          <p:nvPr>
            <p:ph idx="10" type="dt"/>
          </p:nvPr>
        </p:nvSpPr>
        <p:spPr>
          <a:xfrm>
            <a:off x="628650" y="4767263"/>
            <a:ext cx="2057400" cy="27463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98989"/>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87" name="Google Shape;187;p15"/>
          <p:cNvSpPr txBox="1"/>
          <p:nvPr>
            <p:ph idx="11" type="ftr"/>
          </p:nvPr>
        </p:nvSpPr>
        <p:spPr>
          <a:xfrm>
            <a:off x="3028950" y="4767263"/>
            <a:ext cx="3086100" cy="27463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98989"/>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88" name="Google Shape;188;p15"/>
          <p:cNvSpPr txBox="1"/>
          <p:nvPr>
            <p:ph idx="12" type="sldNum"/>
          </p:nvPr>
        </p:nvSpPr>
        <p:spPr>
          <a:xfrm>
            <a:off x="6457950" y="4767263"/>
            <a:ext cx="2057400" cy="274638"/>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98989"/>
              </a:buClr>
              <a:buSzPts val="900"/>
              <a:buNone/>
              <a:defRPr strike="noStrike">
                <a:latin typeface="Calibri"/>
                <a:ea typeface="Calibri"/>
                <a:cs typeface="Calibri"/>
                <a:sym typeface="Calibri"/>
              </a:defRPr>
            </a:lvl1pPr>
            <a:lvl2pPr indent="0" lvl="1" marL="0" algn="r">
              <a:lnSpc>
                <a:spcPct val="100000"/>
              </a:lnSpc>
              <a:spcBef>
                <a:spcPts val="0"/>
              </a:spcBef>
              <a:spcAft>
                <a:spcPts val="0"/>
              </a:spcAft>
              <a:buClr>
                <a:srgbClr val="898989"/>
              </a:buClr>
              <a:buSzPts val="900"/>
              <a:buNone/>
              <a:defRPr strike="noStrike">
                <a:latin typeface="Calibri"/>
                <a:ea typeface="Calibri"/>
                <a:cs typeface="Calibri"/>
                <a:sym typeface="Calibri"/>
              </a:defRPr>
            </a:lvl2pPr>
            <a:lvl3pPr indent="0" lvl="2" marL="0" algn="r">
              <a:lnSpc>
                <a:spcPct val="100000"/>
              </a:lnSpc>
              <a:spcBef>
                <a:spcPts val="0"/>
              </a:spcBef>
              <a:spcAft>
                <a:spcPts val="0"/>
              </a:spcAft>
              <a:buClr>
                <a:srgbClr val="898989"/>
              </a:buClr>
              <a:buSzPts val="900"/>
              <a:buNone/>
              <a:defRPr strike="noStrike">
                <a:latin typeface="Calibri"/>
                <a:ea typeface="Calibri"/>
                <a:cs typeface="Calibri"/>
                <a:sym typeface="Calibri"/>
              </a:defRPr>
            </a:lvl3pPr>
            <a:lvl4pPr indent="0" lvl="3" marL="0" algn="r">
              <a:lnSpc>
                <a:spcPct val="100000"/>
              </a:lnSpc>
              <a:spcBef>
                <a:spcPts val="0"/>
              </a:spcBef>
              <a:spcAft>
                <a:spcPts val="0"/>
              </a:spcAft>
              <a:buClr>
                <a:srgbClr val="898989"/>
              </a:buClr>
              <a:buSzPts val="900"/>
              <a:buNone/>
              <a:defRPr strike="noStrike">
                <a:latin typeface="Calibri"/>
                <a:ea typeface="Calibri"/>
                <a:cs typeface="Calibri"/>
                <a:sym typeface="Calibri"/>
              </a:defRPr>
            </a:lvl4pPr>
            <a:lvl5pPr indent="0" lvl="4" marL="0" algn="r">
              <a:lnSpc>
                <a:spcPct val="100000"/>
              </a:lnSpc>
              <a:spcBef>
                <a:spcPts val="0"/>
              </a:spcBef>
              <a:spcAft>
                <a:spcPts val="0"/>
              </a:spcAft>
              <a:buClr>
                <a:srgbClr val="898989"/>
              </a:buClr>
              <a:buSzPts val="900"/>
              <a:buNone/>
              <a:defRPr strike="noStrike">
                <a:latin typeface="Calibri"/>
                <a:ea typeface="Calibri"/>
                <a:cs typeface="Calibri"/>
                <a:sym typeface="Calibri"/>
              </a:defRPr>
            </a:lvl5pPr>
            <a:lvl6pPr indent="0" lvl="5" marL="0" algn="r">
              <a:lnSpc>
                <a:spcPct val="100000"/>
              </a:lnSpc>
              <a:spcBef>
                <a:spcPts val="0"/>
              </a:spcBef>
              <a:spcAft>
                <a:spcPts val="0"/>
              </a:spcAft>
              <a:buClr>
                <a:srgbClr val="898989"/>
              </a:buClr>
              <a:buSzPts val="900"/>
              <a:buNone/>
              <a:defRPr strike="noStrike">
                <a:latin typeface="Calibri"/>
                <a:ea typeface="Calibri"/>
                <a:cs typeface="Calibri"/>
                <a:sym typeface="Calibri"/>
              </a:defRPr>
            </a:lvl6pPr>
            <a:lvl7pPr indent="0" lvl="6" marL="0" algn="r">
              <a:lnSpc>
                <a:spcPct val="100000"/>
              </a:lnSpc>
              <a:spcBef>
                <a:spcPts val="0"/>
              </a:spcBef>
              <a:spcAft>
                <a:spcPts val="0"/>
              </a:spcAft>
              <a:buClr>
                <a:srgbClr val="898989"/>
              </a:buClr>
              <a:buSzPts val="900"/>
              <a:buNone/>
              <a:defRPr strike="noStrike">
                <a:latin typeface="Calibri"/>
                <a:ea typeface="Calibri"/>
                <a:cs typeface="Calibri"/>
                <a:sym typeface="Calibri"/>
              </a:defRPr>
            </a:lvl7pPr>
            <a:lvl8pPr indent="0" lvl="7" marL="0" algn="r">
              <a:lnSpc>
                <a:spcPct val="100000"/>
              </a:lnSpc>
              <a:spcBef>
                <a:spcPts val="0"/>
              </a:spcBef>
              <a:spcAft>
                <a:spcPts val="0"/>
              </a:spcAft>
              <a:buClr>
                <a:srgbClr val="898989"/>
              </a:buClr>
              <a:buSzPts val="900"/>
              <a:buNone/>
              <a:defRPr strike="noStrike">
                <a:latin typeface="Calibri"/>
                <a:ea typeface="Calibri"/>
                <a:cs typeface="Calibri"/>
                <a:sym typeface="Calibri"/>
              </a:defRPr>
            </a:lvl8pPr>
            <a:lvl9pPr indent="0" lvl="8" marL="0" algn="r">
              <a:lnSpc>
                <a:spcPct val="100000"/>
              </a:lnSpc>
              <a:spcBef>
                <a:spcPts val="0"/>
              </a:spcBef>
              <a:spcAft>
                <a:spcPts val="0"/>
              </a:spcAft>
              <a:buClr>
                <a:srgbClr val="898989"/>
              </a:buClr>
              <a:buSzPts val="900"/>
              <a:buNone/>
              <a:defRPr strike="noStrike">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ransition spd="slow">
    <p:push/>
  </p:transition>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89" name="Shape 189"/>
        <p:cNvGrpSpPr/>
        <p:nvPr/>
      </p:nvGrpSpPr>
      <p:grpSpPr>
        <a:xfrm>
          <a:off x="0" y="0"/>
          <a:ext cx="0" cy="0"/>
          <a:chOff x="0" y="0"/>
          <a:chExt cx="0" cy="0"/>
        </a:xfrm>
      </p:grpSpPr>
      <p:sp>
        <p:nvSpPr>
          <p:cNvPr id="190" name="Google Shape;190;p16"/>
          <p:cNvSpPr txBox="1"/>
          <p:nvPr>
            <p:ph type="title"/>
          </p:nvPr>
        </p:nvSpPr>
        <p:spPr>
          <a:xfrm>
            <a:off x="457200" y="206375"/>
            <a:ext cx="8229600" cy="85725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9pPr>
          </a:lstStyle>
          <a:p/>
        </p:txBody>
      </p:sp>
      <p:sp>
        <p:nvSpPr>
          <p:cNvPr id="191" name="Google Shape;191;p16"/>
          <p:cNvSpPr txBox="1"/>
          <p:nvPr>
            <p:ph idx="1" type="body"/>
          </p:nvPr>
        </p:nvSpPr>
        <p:spPr>
          <a:xfrm>
            <a:off x="457200" y="1200150"/>
            <a:ext cx="8229600" cy="3394075"/>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61950" lvl="1" marL="914400" marR="0" rtl="0" algn="l">
              <a:lnSpc>
                <a:spcPct val="90000"/>
              </a:lnSpc>
              <a:spcBef>
                <a:spcPts val="375"/>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1150" lvl="3" marL="1828800" marR="0" rtl="0" algn="l">
              <a:lnSpc>
                <a:spcPct val="90000"/>
              </a:lnSpc>
              <a:spcBef>
                <a:spcPts val="375"/>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4pPr>
            <a:lvl5pPr indent="-311150" lvl="4" marL="2286000" marR="0" rtl="0" algn="l">
              <a:lnSpc>
                <a:spcPct val="90000"/>
              </a:lnSpc>
              <a:spcBef>
                <a:spcPts val="375"/>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5pPr>
            <a:lvl6pPr indent="-311150" lvl="5" marL="2743200" marR="0" rtl="0" algn="l">
              <a:lnSpc>
                <a:spcPct val="90000"/>
              </a:lnSpc>
              <a:spcBef>
                <a:spcPts val="375"/>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6pPr>
            <a:lvl7pPr indent="-311150" lvl="6" marL="3200400" marR="0" rtl="0" algn="l">
              <a:lnSpc>
                <a:spcPct val="90000"/>
              </a:lnSpc>
              <a:spcBef>
                <a:spcPts val="375"/>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7pPr>
            <a:lvl8pPr indent="-311150" lvl="7" marL="3657600" marR="0" rtl="0" algn="l">
              <a:lnSpc>
                <a:spcPct val="90000"/>
              </a:lnSpc>
              <a:spcBef>
                <a:spcPts val="375"/>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8pPr>
            <a:lvl9pPr indent="-311150" lvl="8" marL="4114800" marR="0" rtl="0" algn="l">
              <a:lnSpc>
                <a:spcPct val="90000"/>
              </a:lnSpc>
              <a:spcBef>
                <a:spcPts val="375"/>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9pPr>
          </a:lstStyle>
          <a:p/>
        </p:txBody>
      </p:sp>
      <p:sp>
        <p:nvSpPr>
          <p:cNvPr id="192" name="Google Shape;192;p16"/>
          <p:cNvSpPr txBox="1"/>
          <p:nvPr>
            <p:ph idx="10" type="dt"/>
          </p:nvPr>
        </p:nvSpPr>
        <p:spPr>
          <a:xfrm>
            <a:off x="628650" y="4767263"/>
            <a:ext cx="2057400" cy="27463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98989"/>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93" name="Google Shape;193;p16"/>
          <p:cNvSpPr txBox="1"/>
          <p:nvPr>
            <p:ph idx="11" type="ftr"/>
          </p:nvPr>
        </p:nvSpPr>
        <p:spPr>
          <a:xfrm>
            <a:off x="3028950" y="4767263"/>
            <a:ext cx="3086100" cy="27463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98989"/>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94" name="Google Shape;194;p16"/>
          <p:cNvSpPr txBox="1"/>
          <p:nvPr>
            <p:ph idx="12" type="sldNum"/>
          </p:nvPr>
        </p:nvSpPr>
        <p:spPr>
          <a:xfrm>
            <a:off x="6457950" y="4767263"/>
            <a:ext cx="2057400" cy="274638"/>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98989"/>
              </a:buClr>
              <a:buSzPts val="900"/>
              <a:buNone/>
              <a:defRPr strike="noStrike">
                <a:latin typeface="Calibri"/>
                <a:ea typeface="Calibri"/>
                <a:cs typeface="Calibri"/>
                <a:sym typeface="Calibri"/>
              </a:defRPr>
            </a:lvl1pPr>
            <a:lvl2pPr indent="0" lvl="1" marL="0" algn="r">
              <a:lnSpc>
                <a:spcPct val="100000"/>
              </a:lnSpc>
              <a:spcBef>
                <a:spcPts val="0"/>
              </a:spcBef>
              <a:spcAft>
                <a:spcPts val="0"/>
              </a:spcAft>
              <a:buClr>
                <a:srgbClr val="898989"/>
              </a:buClr>
              <a:buSzPts val="900"/>
              <a:buNone/>
              <a:defRPr strike="noStrike">
                <a:latin typeface="Calibri"/>
                <a:ea typeface="Calibri"/>
                <a:cs typeface="Calibri"/>
                <a:sym typeface="Calibri"/>
              </a:defRPr>
            </a:lvl2pPr>
            <a:lvl3pPr indent="0" lvl="2" marL="0" algn="r">
              <a:lnSpc>
                <a:spcPct val="100000"/>
              </a:lnSpc>
              <a:spcBef>
                <a:spcPts val="0"/>
              </a:spcBef>
              <a:spcAft>
                <a:spcPts val="0"/>
              </a:spcAft>
              <a:buClr>
                <a:srgbClr val="898989"/>
              </a:buClr>
              <a:buSzPts val="900"/>
              <a:buNone/>
              <a:defRPr strike="noStrike">
                <a:latin typeface="Calibri"/>
                <a:ea typeface="Calibri"/>
                <a:cs typeface="Calibri"/>
                <a:sym typeface="Calibri"/>
              </a:defRPr>
            </a:lvl3pPr>
            <a:lvl4pPr indent="0" lvl="3" marL="0" algn="r">
              <a:lnSpc>
                <a:spcPct val="100000"/>
              </a:lnSpc>
              <a:spcBef>
                <a:spcPts val="0"/>
              </a:spcBef>
              <a:spcAft>
                <a:spcPts val="0"/>
              </a:spcAft>
              <a:buClr>
                <a:srgbClr val="898989"/>
              </a:buClr>
              <a:buSzPts val="900"/>
              <a:buNone/>
              <a:defRPr strike="noStrike">
                <a:latin typeface="Calibri"/>
                <a:ea typeface="Calibri"/>
                <a:cs typeface="Calibri"/>
                <a:sym typeface="Calibri"/>
              </a:defRPr>
            </a:lvl4pPr>
            <a:lvl5pPr indent="0" lvl="4" marL="0" algn="r">
              <a:lnSpc>
                <a:spcPct val="100000"/>
              </a:lnSpc>
              <a:spcBef>
                <a:spcPts val="0"/>
              </a:spcBef>
              <a:spcAft>
                <a:spcPts val="0"/>
              </a:spcAft>
              <a:buClr>
                <a:srgbClr val="898989"/>
              </a:buClr>
              <a:buSzPts val="900"/>
              <a:buNone/>
              <a:defRPr strike="noStrike">
                <a:latin typeface="Calibri"/>
                <a:ea typeface="Calibri"/>
                <a:cs typeface="Calibri"/>
                <a:sym typeface="Calibri"/>
              </a:defRPr>
            </a:lvl5pPr>
            <a:lvl6pPr indent="0" lvl="5" marL="0" algn="r">
              <a:lnSpc>
                <a:spcPct val="100000"/>
              </a:lnSpc>
              <a:spcBef>
                <a:spcPts val="0"/>
              </a:spcBef>
              <a:spcAft>
                <a:spcPts val="0"/>
              </a:spcAft>
              <a:buClr>
                <a:srgbClr val="898989"/>
              </a:buClr>
              <a:buSzPts val="900"/>
              <a:buNone/>
              <a:defRPr strike="noStrike">
                <a:latin typeface="Calibri"/>
                <a:ea typeface="Calibri"/>
                <a:cs typeface="Calibri"/>
                <a:sym typeface="Calibri"/>
              </a:defRPr>
            </a:lvl6pPr>
            <a:lvl7pPr indent="0" lvl="6" marL="0" algn="r">
              <a:lnSpc>
                <a:spcPct val="100000"/>
              </a:lnSpc>
              <a:spcBef>
                <a:spcPts val="0"/>
              </a:spcBef>
              <a:spcAft>
                <a:spcPts val="0"/>
              </a:spcAft>
              <a:buClr>
                <a:srgbClr val="898989"/>
              </a:buClr>
              <a:buSzPts val="900"/>
              <a:buNone/>
              <a:defRPr strike="noStrike">
                <a:latin typeface="Calibri"/>
                <a:ea typeface="Calibri"/>
                <a:cs typeface="Calibri"/>
                <a:sym typeface="Calibri"/>
              </a:defRPr>
            </a:lvl7pPr>
            <a:lvl8pPr indent="0" lvl="7" marL="0" algn="r">
              <a:lnSpc>
                <a:spcPct val="100000"/>
              </a:lnSpc>
              <a:spcBef>
                <a:spcPts val="0"/>
              </a:spcBef>
              <a:spcAft>
                <a:spcPts val="0"/>
              </a:spcAft>
              <a:buClr>
                <a:srgbClr val="898989"/>
              </a:buClr>
              <a:buSzPts val="900"/>
              <a:buNone/>
              <a:defRPr strike="noStrike">
                <a:latin typeface="Calibri"/>
                <a:ea typeface="Calibri"/>
                <a:cs typeface="Calibri"/>
                <a:sym typeface="Calibri"/>
              </a:defRPr>
            </a:lvl8pPr>
            <a:lvl9pPr indent="0" lvl="8" marL="0" algn="r">
              <a:lnSpc>
                <a:spcPct val="100000"/>
              </a:lnSpc>
              <a:spcBef>
                <a:spcPts val="0"/>
              </a:spcBef>
              <a:spcAft>
                <a:spcPts val="0"/>
              </a:spcAft>
              <a:buClr>
                <a:srgbClr val="898989"/>
              </a:buClr>
              <a:buSzPts val="900"/>
              <a:buNone/>
              <a:defRPr strike="noStrike">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ransition spd="slow">
    <p:push/>
  </p:transition>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195" name="Shape 195"/>
        <p:cNvGrpSpPr/>
        <p:nvPr/>
      </p:nvGrpSpPr>
      <p:grpSpPr>
        <a:xfrm>
          <a:off x="0" y="0"/>
          <a:ext cx="0" cy="0"/>
          <a:chOff x="0" y="0"/>
          <a:chExt cx="0" cy="0"/>
        </a:xfrm>
      </p:grpSpPr>
      <p:sp>
        <p:nvSpPr>
          <p:cNvPr id="196" name="Google Shape;196;p17"/>
          <p:cNvSpPr txBox="1"/>
          <p:nvPr>
            <p:ph type="title"/>
          </p:nvPr>
        </p:nvSpPr>
        <p:spPr>
          <a:xfrm>
            <a:off x="722313" y="3305175"/>
            <a:ext cx="7772400" cy="102235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SzPts val="1400"/>
              <a:buNone/>
              <a:defRPr b="1" i="0" sz="40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9pPr>
          </a:lstStyle>
          <a:p/>
        </p:txBody>
      </p:sp>
      <p:sp>
        <p:nvSpPr>
          <p:cNvPr id="197" name="Google Shape;197;p17"/>
          <p:cNvSpPr txBox="1"/>
          <p:nvPr>
            <p:ph idx="1" type="body"/>
          </p:nvPr>
        </p:nvSpPr>
        <p:spPr>
          <a:xfrm>
            <a:off x="722313" y="2179638"/>
            <a:ext cx="7772400" cy="1125537"/>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1pPr>
            <a:lvl2pPr indent="-228600" lvl="1" marL="914400" marR="0" rtl="0" algn="l">
              <a:lnSpc>
                <a:spcPct val="90000"/>
              </a:lnSpc>
              <a:spcBef>
                <a:spcPts val="375"/>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2pPr>
            <a:lvl3pPr indent="-228600" lvl="2" marL="1371600" marR="0" rtl="0" algn="l">
              <a:lnSpc>
                <a:spcPct val="90000"/>
              </a:lnSpc>
              <a:spcBef>
                <a:spcPts val="375"/>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3pPr>
            <a:lvl4pPr indent="-228600" lvl="3" marL="1828800" marR="0" rtl="0" algn="l">
              <a:lnSpc>
                <a:spcPct val="90000"/>
              </a:lnSpc>
              <a:spcBef>
                <a:spcPts val="375"/>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4pPr>
            <a:lvl5pPr indent="-228600" lvl="4" marL="2286000" marR="0" rtl="0" algn="l">
              <a:lnSpc>
                <a:spcPct val="90000"/>
              </a:lnSpc>
              <a:spcBef>
                <a:spcPts val="375"/>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5pPr>
            <a:lvl6pPr indent="-228600" lvl="5" marL="2743200" marR="0" rtl="0" algn="l">
              <a:lnSpc>
                <a:spcPct val="90000"/>
              </a:lnSpc>
              <a:spcBef>
                <a:spcPts val="375"/>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6pPr>
            <a:lvl7pPr indent="-228600" lvl="6" marL="3200400" marR="0" rtl="0" algn="l">
              <a:lnSpc>
                <a:spcPct val="90000"/>
              </a:lnSpc>
              <a:spcBef>
                <a:spcPts val="375"/>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7pPr>
            <a:lvl8pPr indent="-228600" lvl="7" marL="3657600" marR="0" rtl="0" algn="l">
              <a:lnSpc>
                <a:spcPct val="90000"/>
              </a:lnSpc>
              <a:spcBef>
                <a:spcPts val="375"/>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8pPr>
            <a:lvl9pPr indent="-228600" lvl="8" marL="4114800" marR="0" rtl="0" algn="l">
              <a:lnSpc>
                <a:spcPct val="90000"/>
              </a:lnSpc>
              <a:spcBef>
                <a:spcPts val="375"/>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9pPr>
          </a:lstStyle>
          <a:p/>
        </p:txBody>
      </p:sp>
      <p:sp>
        <p:nvSpPr>
          <p:cNvPr id="198" name="Google Shape;198;p17"/>
          <p:cNvSpPr txBox="1"/>
          <p:nvPr>
            <p:ph idx="10" type="dt"/>
          </p:nvPr>
        </p:nvSpPr>
        <p:spPr>
          <a:xfrm>
            <a:off x="628650" y="4767263"/>
            <a:ext cx="2057400" cy="27463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98989"/>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199" name="Google Shape;199;p17"/>
          <p:cNvSpPr txBox="1"/>
          <p:nvPr>
            <p:ph idx="11" type="ftr"/>
          </p:nvPr>
        </p:nvSpPr>
        <p:spPr>
          <a:xfrm>
            <a:off x="3028950" y="4767263"/>
            <a:ext cx="3086100" cy="27463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98989"/>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200" name="Google Shape;200;p17"/>
          <p:cNvSpPr txBox="1"/>
          <p:nvPr>
            <p:ph idx="12" type="sldNum"/>
          </p:nvPr>
        </p:nvSpPr>
        <p:spPr>
          <a:xfrm>
            <a:off x="6457950" y="4767263"/>
            <a:ext cx="2057400" cy="274638"/>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98989"/>
              </a:buClr>
              <a:buSzPts val="900"/>
              <a:buNone/>
              <a:defRPr strike="noStrike">
                <a:latin typeface="Calibri"/>
                <a:ea typeface="Calibri"/>
                <a:cs typeface="Calibri"/>
                <a:sym typeface="Calibri"/>
              </a:defRPr>
            </a:lvl1pPr>
            <a:lvl2pPr indent="0" lvl="1" marL="0" algn="r">
              <a:lnSpc>
                <a:spcPct val="100000"/>
              </a:lnSpc>
              <a:spcBef>
                <a:spcPts val="0"/>
              </a:spcBef>
              <a:spcAft>
                <a:spcPts val="0"/>
              </a:spcAft>
              <a:buClr>
                <a:srgbClr val="898989"/>
              </a:buClr>
              <a:buSzPts val="900"/>
              <a:buNone/>
              <a:defRPr strike="noStrike">
                <a:latin typeface="Calibri"/>
                <a:ea typeface="Calibri"/>
                <a:cs typeface="Calibri"/>
                <a:sym typeface="Calibri"/>
              </a:defRPr>
            </a:lvl2pPr>
            <a:lvl3pPr indent="0" lvl="2" marL="0" algn="r">
              <a:lnSpc>
                <a:spcPct val="100000"/>
              </a:lnSpc>
              <a:spcBef>
                <a:spcPts val="0"/>
              </a:spcBef>
              <a:spcAft>
                <a:spcPts val="0"/>
              </a:spcAft>
              <a:buClr>
                <a:srgbClr val="898989"/>
              </a:buClr>
              <a:buSzPts val="900"/>
              <a:buNone/>
              <a:defRPr strike="noStrike">
                <a:latin typeface="Calibri"/>
                <a:ea typeface="Calibri"/>
                <a:cs typeface="Calibri"/>
                <a:sym typeface="Calibri"/>
              </a:defRPr>
            </a:lvl3pPr>
            <a:lvl4pPr indent="0" lvl="3" marL="0" algn="r">
              <a:lnSpc>
                <a:spcPct val="100000"/>
              </a:lnSpc>
              <a:spcBef>
                <a:spcPts val="0"/>
              </a:spcBef>
              <a:spcAft>
                <a:spcPts val="0"/>
              </a:spcAft>
              <a:buClr>
                <a:srgbClr val="898989"/>
              </a:buClr>
              <a:buSzPts val="900"/>
              <a:buNone/>
              <a:defRPr strike="noStrike">
                <a:latin typeface="Calibri"/>
                <a:ea typeface="Calibri"/>
                <a:cs typeface="Calibri"/>
                <a:sym typeface="Calibri"/>
              </a:defRPr>
            </a:lvl4pPr>
            <a:lvl5pPr indent="0" lvl="4" marL="0" algn="r">
              <a:lnSpc>
                <a:spcPct val="100000"/>
              </a:lnSpc>
              <a:spcBef>
                <a:spcPts val="0"/>
              </a:spcBef>
              <a:spcAft>
                <a:spcPts val="0"/>
              </a:spcAft>
              <a:buClr>
                <a:srgbClr val="898989"/>
              </a:buClr>
              <a:buSzPts val="900"/>
              <a:buNone/>
              <a:defRPr strike="noStrike">
                <a:latin typeface="Calibri"/>
                <a:ea typeface="Calibri"/>
                <a:cs typeface="Calibri"/>
                <a:sym typeface="Calibri"/>
              </a:defRPr>
            </a:lvl5pPr>
            <a:lvl6pPr indent="0" lvl="5" marL="0" algn="r">
              <a:lnSpc>
                <a:spcPct val="100000"/>
              </a:lnSpc>
              <a:spcBef>
                <a:spcPts val="0"/>
              </a:spcBef>
              <a:spcAft>
                <a:spcPts val="0"/>
              </a:spcAft>
              <a:buClr>
                <a:srgbClr val="898989"/>
              </a:buClr>
              <a:buSzPts val="900"/>
              <a:buNone/>
              <a:defRPr strike="noStrike">
                <a:latin typeface="Calibri"/>
                <a:ea typeface="Calibri"/>
                <a:cs typeface="Calibri"/>
                <a:sym typeface="Calibri"/>
              </a:defRPr>
            </a:lvl6pPr>
            <a:lvl7pPr indent="0" lvl="6" marL="0" algn="r">
              <a:lnSpc>
                <a:spcPct val="100000"/>
              </a:lnSpc>
              <a:spcBef>
                <a:spcPts val="0"/>
              </a:spcBef>
              <a:spcAft>
                <a:spcPts val="0"/>
              </a:spcAft>
              <a:buClr>
                <a:srgbClr val="898989"/>
              </a:buClr>
              <a:buSzPts val="900"/>
              <a:buNone/>
              <a:defRPr strike="noStrike">
                <a:latin typeface="Calibri"/>
                <a:ea typeface="Calibri"/>
                <a:cs typeface="Calibri"/>
                <a:sym typeface="Calibri"/>
              </a:defRPr>
            </a:lvl7pPr>
            <a:lvl8pPr indent="0" lvl="7" marL="0" algn="r">
              <a:lnSpc>
                <a:spcPct val="100000"/>
              </a:lnSpc>
              <a:spcBef>
                <a:spcPts val="0"/>
              </a:spcBef>
              <a:spcAft>
                <a:spcPts val="0"/>
              </a:spcAft>
              <a:buClr>
                <a:srgbClr val="898989"/>
              </a:buClr>
              <a:buSzPts val="900"/>
              <a:buNone/>
              <a:defRPr strike="noStrike">
                <a:latin typeface="Calibri"/>
                <a:ea typeface="Calibri"/>
                <a:cs typeface="Calibri"/>
                <a:sym typeface="Calibri"/>
              </a:defRPr>
            </a:lvl8pPr>
            <a:lvl9pPr indent="0" lvl="8" marL="0" algn="r">
              <a:lnSpc>
                <a:spcPct val="100000"/>
              </a:lnSpc>
              <a:spcBef>
                <a:spcPts val="0"/>
              </a:spcBef>
              <a:spcAft>
                <a:spcPts val="0"/>
              </a:spcAft>
              <a:buClr>
                <a:srgbClr val="898989"/>
              </a:buClr>
              <a:buSzPts val="900"/>
              <a:buNone/>
              <a:defRPr strike="noStrike">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ransition spd="slow">
    <p:push/>
  </p:transition>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01" name="Shape 201"/>
        <p:cNvGrpSpPr/>
        <p:nvPr/>
      </p:nvGrpSpPr>
      <p:grpSpPr>
        <a:xfrm>
          <a:off x="0" y="0"/>
          <a:ext cx="0" cy="0"/>
          <a:chOff x="0" y="0"/>
          <a:chExt cx="0" cy="0"/>
        </a:xfrm>
      </p:grpSpPr>
      <p:sp>
        <p:nvSpPr>
          <p:cNvPr id="202" name="Google Shape;202;p18"/>
          <p:cNvSpPr txBox="1"/>
          <p:nvPr>
            <p:ph type="title"/>
          </p:nvPr>
        </p:nvSpPr>
        <p:spPr>
          <a:xfrm>
            <a:off x="457200" y="206375"/>
            <a:ext cx="8229600" cy="85725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9pPr>
          </a:lstStyle>
          <a:p/>
        </p:txBody>
      </p:sp>
      <p:sp>
        <p:nvSpPr>
          <p:cNvPr id="203" name="Google Shape;203;p18"/>
          <p:cNvSpPr txBox="1"/>
          <p:nvPr>
            <p:ph idx="1" type="body"/>
          </p:nvPr>
        </p:nvSpPr>
        <p:spPr>
          <a:xfrm>
            <a:off x="457200" y="1200150"/>
            <a:ext cx="4038600" cy="3394075"/>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75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375"/>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375"/>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4" name="Google Shape;204;p18"/>
          <p:cNvSpPr txBox="1"/>
          <p:nvPr>
            <p:ph idx="2" type="body"/>
          </p:nvPr>
        </p:nvSpPr>
        <p:spPr>
          <a:xfrm>
            <a:off x="4648200" y="1200150"/>
            <a:ext cx="4038600" cy="3394075"/>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75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375"/>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375"/>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5" name="Google Shape;205;p18"/>
          <p:cNvSpPr txBox="1"/>
          <p:nvPr>
            <p:ph idx="10" type="dt"/>
          </p:nvPr>
        </p:nvSpPr>
        <p:spPr>
          <a:xfrm>
            <a:off x="628650" y="4767263"/>
            <a:ext cx="2057400" cy="27463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98989"/>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206" name="Google Shape;206;p18"/>
          <p:cNvSpPr txBox="1"/>
          <p:nvPr>
            <p:ph idx="11" type="ftr"/>
          </p:nvPr>
        </p:nvSpPr>
        <p:spPr>
          <a:xfrm>
            <a:off x="3028950" y="4767263"/>
            <a:ext cx="3086100" cy="27463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98989"/>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207" name="Google Shape;207;p18"/>
          <p:cNvSpPr txBox="1"/>
          <p:nvPr>
            <p:ph idx="12" type="sldNum"/>
          </p:nvPr>
        </p:nvSpPr>
        <p:spPr>
          <a:xfrm>
            <a:off x="6457950" y="4767263"/>
            <a:ext cx="2057400" cy="274638"/>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98989"/>
              </a:buClr>
              <a:buSzPts val="900"/>
              <a:buNone/>
              <a:defRPr strike="noStrike">
                <a:latin typeface="Calibri"/>
                <a:ea typeface="Calibri"/>
                <a:cs typeface="Calibri"/>
                <a:sym typeface="Calibri"/>
              </a:defRPr>
            </a:lvl1pPr>
            <a:lvl2pPr indent="0" lvl="1" marL="0" algn="r">
              <a:lnSpc>
                <a:spcPct val="100000"/>
              </a:lnSpc>
              <a:spcBef>
                <a:spcPts val="0"/>
              </a:spcBef>
              <a:spcAft>
                <a:spcPts val="0"/>
              </a:spcAft>
              <a:buClr>
                <a:srgbClr val="898989"/>
              </a:buClr>
              <a:buSzPts val="900"/>
              <a:buNone/>
              <a:defRPr strike="noStrike">
                <a:latin typeface="Calibri"/>
                <a:ea typeface="Calibri"/>
                <a:cs typeface="Calibri"/>
                <a:sym typeface="Calibri"/>
              </a:defRPr>
            </a:lvl2pPr>
            <a:lvl3pPr indent="0" lvl="2" marL="0" algn="r">
              <a:lnSpc>
                <a:spcPct val="100000"/>
              </a:lnSpc>
              <a:spcBef>
                <a:spcPts val="0"/>
              </a:spcBef>
              <a:spcAft>
                <a:spcPts val="0"/>
              </a:spcAft>
              <a:buClr>
                <a:srgbClr val="898989"/>
              </a:buClr>
              <a:buSzPts val="900"/>
              <a:buNone/>
              <a:defRPr strike="noStrike">
                <a:latin typeface="Calibri"/>
                <a:ea typeface="Calibri"/>
                <a:cs typeface="Calibri"/>
                <a:sym typeface="Calibri"/>
              </a:defRPr>
            </a:lvl3pPr>
            <a:lvl4pPr indent="0" lvl="3" marL="0" algn="r">
              <a:lnSpc>
                <a:spcPct val="100000"/>
              </a:lnSpc>
              <a:spcBef>
                <a:spcPts val="0"/>
              </a:spcBef>
              <a:spcAft>
                <a:spcPts val="0"/>
              </a:spcAft>
              <a:buClr>
                <a:srgbClr val="898989"/>
              </a:buClr>
              <a:buSzPts val="900"/>
              <a:buNone/>
              <a:defRPr strike="noStrike">
                <a:latin typeface="Calibri"/>
                <a:ea typeface="Calibri"/>
                <a:cs typeface="Calibri"/>
                <a:sym typeface="Calibri"/>
              </a:defRPr>
            </a:lvl4pPr>
            <a:lvl5pPr indent="0" lvl="4" marL="0" algn="r">
              <a:lnSpc>
                <a:spcPct val="100000"/>
              </a:lnSpc>
              <a:spcBef>
                <a:spcPts val="0"/>
              </a:spcBef>
              <a:spcAft>
                <a:spcPts val="0"/>
              </a:spcAft>
              <a:buClr>
                <a:srgbClr val="898989"/>
              </a:buClr>
              <a:buSzPts val="900"/>
              <a:buNone/>
              <a:defRPr strike="noStrike">
                <a:latin typeface="Calibri"/>
                <a:ea typeface="Calibri"/>
                <a:cs typeface="Calibri"/>
                <a:sym typeface="Calibri"/>
              </a:defRPr>
            </a:lvl5pPr>
            <a:lvl6pPr indent="0" lvl="5" marL="0" algn="r">
              <a:lnSpc>
                <a:spcPct val="100000"/>
              </a:lnSpc>
              <a:spcBef>
                <a:spcPts val="0"/>
              </a:spcBef>
              <a:spcAft>
                <a:spcPts val="0"/>
              </a:spcAft>
              <a:buClr>
                <a:srgbClr val="898989"/>
              </a:buClr>
              <a:buSzPts val="900"/>
              <a:buNone/>
              <a:defRPr strike="noStrike">
                <a:latin typeface="Calibri"/>
                <a:ea typeface="Calibri"/>
                <a:cs typeface="Calibri"/>
                <a:sym typeface="Calibri"/>
              </a:defRPr>
            </a:lvl6pPr>
            <a:lvl7pPr indent="0" lvl="6" marL="0" algn="r">
              <a:lnSpc>
                <a:spcPct val="100000"/>
              </a:lnSpc>
              <a:spcBef>
                <a:spcPts val="0"/>
              </a:spcBef>
              <a:spcAft>
                <a:spcPts val="0"/>
              </a:spcAft>
              <a:buClr>
                <a:srgbClr val="898989"/>
              </a:buClr>
              <a:buSzPts val="900"/>
              <a:buNone/>
              <a:defRPr strike="noStrike">
                <a:latin typeface="Calibri"/>
                <a:ea typeface="Calibri"/>
                <a:cs typeface="Calibri"/>
                <a:sym typeface="Calibri"/>
              </a:defRPr>
            </a:lvl7pPr>
            <a:lvl8pPr indent="0" lvl="7" marL="0" algn="r">
              <a:lnSpc>
                <a:spcPct val="100000"/>
              </a:lnSpc>
              <a:spcBef>
                <a:spcPts val="0"/>
              </a:spcBef>
              <a:spcAft>
                <a:spcPts val="0"/>
              </a:spcAft>
              <a:buClr>
                <a:srgbClr val="898989"/>
              </a:buClr>
              <a:buSzPts val="900"/>
              <a:buNone/>
              <a:defRPr strike="noStrike">
                <a:latin typeface="Calibri"/>
                <a:ea typeface="Calibri"/>
                <a:cs typeface="Calibri"/>
                <a:sym typeface="Calibri"/>
              </a:defRPr>
            </a:lvl8pPr>
            <a:lvl9pPr indent="0" lvl="8" marL="0" algn="r">
              <a:lnSpc>
                <a:spcPct val="100000"/>
              </a:lnSpc>
              <a:spcBef>
                <a:spcPts val="0"/>
              </a:spcBef>
              <a:spcAft>
                <a:spcPts val="0"/>
              </a:spcAft>
              <a:buClr>
                <a:srgbClr val="898989"/>
              </a:buClr>
              <a:buSzPts val="900"/>
              <a:buNone/>
              <a:defRPr strike="noStrike">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ransition spd="slow">
    <p:push/>
  </p:transition>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208" name="Shape 208"/>
        <p:cNvGrpSpPr/>
        <p:nvPr/>
      </p:nvGrpSpPr>
      <p:grpSpPr>
        <a:xfrm>
          <a:off x="0" y="0"/>
          <a:ext cx="0" cy="0"/>
          <a:chOff x="0" y="0"/>
          <a:chExt cx="0" cy="0"/>
        </a:xfrm>
      </p:grpSpPr>
      <p:sp>
        <p:nvSpPr>
          <p:cNvPr id="209" name="Google Shape;209;p19"/>
          <p:cNvSpPr txBox="1"/>
          <p:nvPr>
            <p:ph type="title"/>
          </p:nvPr>
        </p:nvSpPr>
        <p:spPr>
          <a:xfrm>
            <a:off x="457200" y="206375"/>
            <a:ext cx="8229600" cy="85725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9pPr>
          </a:lstStyle>
          <a:p/>
        </p:txBody>
      </p:sp>
      <p:sp>
        <p:nvSpPr>
          <p:cNvPr id="210" name="Google Shape;210;p19"/>
          <p:cNvSpPr txBox="1"/>
          <p:nvPr>
            <p:ph idx="1" type="body"/>
          </p:nvPr>
        </p:nvSpPr>
        <p:spPr>
          <a:xfrm>
            <a:off x="457200" y="1150938"/>
            <a:ext cx="4040188" cy="4810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375"/>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375"/>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375"/>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375"/>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375"/>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375"/>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375"/>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375"/>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211" name="Google Shape;211;p19"/>
          <p:cNvSpPr txBox="1"/>
          <p:nvPr>
            <p:ph idx="2" type="body"/>
          </p:nvPr>
        </p:nvSpPr>
        <p:spPr>
          <a:xfrm>
            <a:off x="457200" y="1631950"/>
            <a:ext cx="4040188" cy="2962275"/>
          </a:xfrm>
          <a:prstGeom prst="rect">
            <a:avLst/>
          </a:prstGeom>
          <a:noFill/>
          <a:ln>
            <a:noFill/>
          </a:ln>
        </p:spPr>
        <p:txBody>
          <a:bodyPr anchorCtr="0" anchor="t" bIns="45700" lIns="91425" spcFirstLastPara="1" rIns="91425" wrap="square" tIns="45700">
            <a:noAutofit/>
          </a:bodyPr>
          <a:lstStyle>
            <a:lvl1pPr indent="-381000" lvl="0" marL="457200" marR="0" rtl="0" algn="l">
              <a:lnSpc>
                <a:spcPct val="90000"/>
              </a:lnSpc>
              <a:spcBef>
                <a:spcPts val="75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55600" lvl="1" marL="914400" marR="0" rtl="0" algn="l">
              <a:lnSpc>
                <a:spcPct val="90000"/>
              </a:lnSpc>
              <a:spcBef>
                <a:spcPts val="375"/>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2pPr>
            <a:lvl3pPr indent="-342900" lvl="2" marL="13716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rtl="0" algn="l">
              <a:lnSpc>
                <a:spcPct val="90000"/>
              </a:lnSpc>
              <a:spcBef>
                <a:spcPts val="375"/>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90000"/>
              </a:lnSpc>
              <a:spcBef>
                <a:spcPts val="375"/>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30200" lvl="5" marL="2743200" marR="0" rtl="0" algn="l">
              <a:lnSpc>
                <a:spcPct val="90000"/>
              </a:lnSpc>
              <a:spcBef>
                <a:spcPts val="375"/>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lnSpc>
                <a:spcPct val="90000"/>
              </a:lnSpc>
              <a:spcBef>
                <a:spcPts val="375"/>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lnSpc>
                <a:spcPct val="90000"/>
              </a:lnSpc>
              <a:spcBef>
                <a:spcPts val="375"/>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lnSpc>
                <a:spcPct val="90000"/>
              </a:lnSpc>
              <a:spcBef>
                <a:spcPts val="375"/>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212" name="Google Shape;212;p19"/>
          <p:cNvSpPr txBox="1"/>
          <p:nvPr>
            <p:ph idx="3" type="body"/>
          </p:nvPr>
        </p:nvSpPr>
        <p:spPr>
          <a:xfrm>
            <a:off x="4645025" y="1150938"/>
            <a:ext cx="4041775" cy="4810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375"/>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375"/>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375"/>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375"/>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375"/>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375"/>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375"/>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375"/>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213" name="Google Shape;213;p19"/>
          <p:cNvSpPr txBox="1"/>
          <p:nvPr>
            <p:ph idx="4" type="body"/>
          </p:nvPr>
        </p:nvSpPr>
        <p:spPr>
          <a:xfrm>
            <a:off x="4645025" y="1631950"/>
            <a:ext cx="4041775" cy="2962275"/>
          </a:xfrm>
          <a:prstGeom prst="rect">
            <a:avLst/>
          </a:prstGeom>
          <a:noFill/>
          <a:ln>
            <a:noFill/>
          </a:ln>
        </p:spPr>
        <p:txBody>
          <a:bodyPr anchorCtr="0" anchor="t" bIns="45700" lIns="91425" spcFirstLastPara="1" rIns="91425" wrap="square" tIns="45700">
            <a:noAutofit/>
          </a:bodyPr>
          <a:lstStyle>
            <a:lvl1pPr indent="-381000" lvl="0" marL="457200" marR="0" rtl="0" algn="l">
              <a:lnSpc>
                <a:spcPct val="90000"/>
              </a:lnSpc>
              <a:spcBef>
                <a:spcPts val="75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55600" lvl="1" marL="914400" marR="0" rtl="0" algn="l">
              <a:lnSpc>
                <a:spcPct val="90000"/>
              </a:lnSpc>
              <a:spcBef>
                <a:spcPts val="375"/>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2pPr>
            <a:lvl3pPr indent="-342900" lvl="2" marL="13716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rtl="0" algn="l">
              <a:lnSpc>
                <a:spcPct val="90000"/>
              </a:lnSpc>
              <a:spcBef>
                <a:spcPts val="375"/>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90000"/>
              </a:lnSpc>
              <a:spcBef>
                <a:spcPts val="375"/>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30200" lvl="5" marL="2743200" marR="0" rtl="0" algn="l">
              <a:lnSpc>
                <a:spcPct val="90000"/>
              </a:lnSpc>
              <a:spcBef>
                <a:spcPts val="375"/>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lnSpc>
                <a:spcPct val="90000"/>
              </a:lnSpc>
              <a:spcBef>
                <a:spcPts val="375"/>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lnSpc>
                <a:spcPct val="90000"/>
              </a:lnSpc>
              <a:spcBef>
                <a:spcPts val="375"/>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lnSpc>
                <a:spcPct val="90000"/>
              </a:lnSpc>
              <a:spcBef>
                <a:spcPts val="375"/>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214" name="Google Shape;214;p19"/>
          <p:cNvSpPr txBox="1"/>
          <p:nvPr>
            <p:ph idx="10" type="dt"/>
          </p:nvPr>
        </p:nvSpPr>
        <p:spPr>
          <a:xfrm>
            <a:off x="628650" y="4767263"/>
            <a:ext cx="2057400" cy="27463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98989"/>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215" name="Google Shape;215;p19"/>
          <p:cNvSpPr txBox="1"/>
          <p:nvPr>
            <p:ph idx="11" type="ftr"/>
          </p:nvPr>
        </p:nvSpPr>
        <p:spPr>
          <a:xfrm>
            <a:off x="3028950" y="4767263"/>
            <a:ext cx="3086100" cy="27463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98989"/>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216" name="Google Shape;216;p19"/>
          <p:cNvSpPr txBox="1"/>
          <p:nvPr>
            <p:ph idx="12" type="sldNum"/>
          </p:nvPr>
        </p:nvSpPr>
        <p:spPr>
          <a:xfrm>
            <a:off x="6457950" y="4767263"/>
            <a:ext cx="2057400" cy="274638"/>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98989"/>
              </a:buClr>
              <a:buSzPts val="900"/>
              <a:buNone/>
              <a:defRPr strike="noStrike">
                <a:latin typeface="Calibri"/>
                <a:ea typeface="Calibri"/>
                <a:cs typeface="Calibri"/>
                <a:sym typeface="Calibri"/>
              </a:defRPr>
            </a:lvl1pPr>
            <a:lvl2pPr indent="0" lvl="1" marL="0" algn="r">
              <a:lnSpc>
                <a:spcPct val="100000"/>
              </a:lnSpc>
              <a:spcBef>
                <a:spcPts val="0"/>
              </a:spcBef>
              <a:spcAft>
                <a:spcPts val="0"/>
              </a:spcAft>
              <a:buClr>
                <a:srgbClr val="898989"/>
              </a:buClr>
              <a:buSzPts val="900"/>
              <a:buNone/>
              <a:defRPr strike="noStrike">
                <a:latin typeface="Calibri"/>
                <a:ea typeface="Calibri"/>
                <a:cs typeface="Calibri"/>
                <a:sym typeface="Calibri"/>
              </a:defRPr>
            </a:lvl2pPr>
            <a:lvl3pPr indent="0" lvl="2" marL="0" algn="r">
              <a:lnSpc>
                <a:spcPct val="100000"/>
              </a:lnSpc>
              <a:spcBef>
                <a:spcPts val="0"/>
              </a:spcBef>
              <a:spcAft>
                <a:spcPts val="0"/>
              </a:spcAft>
              <a:buClr>
                <a:srgbClr val="898989"/>
              </a:buClr>
              <a:buSzPts val="900"/>
              <a:buNone/>
              <a:defRPr strike="noStrike">
                <a:latin typeface="Calibri"/>
                <a:ea typeface="Calibri"/>
                <a:cs typeface="Calibri"/>
                <a:sym typeface="Calibri"/>
              </a:defRPr>
            </a:lvl3pPr>
            <a:lvl4pPr indent="0" lvl="3" marL="0" algn="r">
              <a:lnSpc>
                <a:spcPct val="100000"/>
              </a:lnSpc>
              <a:spcBef>
                <a:spcPts val="0"/>
              </a:spcBef>
              <a:spcAft>
                <a:spcPts val="0"/>
              </a:spcAft>
              <a:buClr>
                <a:srgbClr val="898989"/>
              </a:buClr>
              <a:buSzPts val="900"/>
              <a:buNone/>
              <a:defRPr strike="noStrike">
                <a:latin typeface="Calibri"/>
                <a:ea typeface="Calibri"/>
                <a:cs typeface="Calibri"/>
                <a:sym typeface="Calibri"/>
              </a:defRPr>
            </a:lvl4pPr>
            <a:lvl5pPr indent="0" lvl="4" marL="0" algn="r">
              <a:lnSpc>
                <a:spcPct val="100000"/>
              </a:lnSpc>
              <a:spcBef>
                <a:spcPts val="0"/>
              </a:spcBef>
              <a:spcAft>
                <a:spcPts val="0"/>
              </a:spcAft>
              <a:buClr>
                <a:srgbClr val="898989"/>
              </a:buClr>
              <a:buSzPts val="900"/>
              <a:buNone/>
              <a:defRPr strike="noStrike">
                <a:latin typeface="Calibri"/>
                <a:ea typeface="Calibri"/>
                <a:cs typeface="Calibri"/>
                <a:sym typeface="Calibri"/>
              </a:defRPr>
            </a:lvl5pPr>
            <a:lvl6pPr indent="0" lvl="5" marL="0" algn="r">
              <a:lnSpc>
                <a:spcPct val="100000"/>
              </a:lnSpc>
              <a:spcBef>
                <a:spcPts val="0"/>
              </a:spcBef>
              <a:spcAft>
                <a:spcPts val="0"/>
              </a:spcAft>
              <a:buClr>
                <a:srgbClr val="898989"/>
              </a:buClr>
              <a:buSzPts val="900"/>
              <a:buNone/>
              <a:defRPr strike="noStrike">
                <a:latin typeface="Calibri"/>
                <a:ea typeface="Calibri"/>
                <a:cs typeface="Calibri"/>
                <a:sym typeface="Calibri"/>
              </a:defRPr>
            </a:lvl6pPr>
            <a:lvl7pPr indent="0" lvl="6" marL="0" algn="r">
              <a:lnSpc>
                <a:spcPct val="100000"/>
              </a:lnSpc>
              <a:spcBef>
                <a:spcPts val="0"/>
              </a:spcBef>
              <a:spcAft>
                <a:spcPts val="0"/>
              </a:spcAft>
              <a:buClr>
                <a:srgbClr val="898989"/>
              </a:buClr>
              <a:buSzPts val="900"/>
              <a:buNone/>
              <a:defRPr strike="noStrike">
                <a:latin typeface="Calibri"/>
                <a:ea typeface="Calibri"/>
                <a:cs typeface="Calibri"/>
                <a:sym typeface="Calibri"/>
              </a:defRPr>
            </a:lvl7pPr>
            <a:lvl8pPr indent="0" lvl="7" marL="0" algn="r">
              <a:lnSpc>
                <a:spcPct val="100000"/>
              </a:lnSpc>
              <a:spcBef>
                <a:spcPts val="0"/>
              </a:spcBef>
              <a:spcAft>
                <a:spcPts val="0"/>
              </a:spcAft>
              <a:buClr>
                <a:srgbClr val="898989"/>
              </a:buClr>
              <a:buSzPts val="900"/>
              <a:buNone/>
              <a:defRPr strike="noStrike">
                <a:latin typeface="Calibri"/>
                <a:ea typeface="Calibri"/>
                <a:cs typeface="Calibri"/>
                <a:sym typeface="Calibri"/>
              </a:defRPr>
            </a:lvl8pPr>
            <a:lvl9pPr indent="0" lvl="8" marL="0" algn="r">
              <a:lnSpc>
                <a:spcPct val="100000"/>
              </a:lnSpc>
              <a:spcBef>
                <a:spcPts val="0"/>
              </a:spcBef>
              <a:spcAft>
                <a:spcPts val="0"/>
              </a:spcAft>
              <a:buClr>
                <a:srgbClr val="898989"/>
              </a:buClr>
              <a:buSzPts val="900"/>
              <a:buNone/>
              <a:defRPr strike="noStrike">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ransition spd="slow">
    <p:push/>
  </p:transition>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217" name="Shape 217"/>
        <p:cNvGrpSpPr/>
        <p:nvPr/>
      </p:nvGrpSpPr>
      <p:grpSpPr>
        <a:xfrm>
          <a:off x="0" y="0"/>
          <a:ext cx="0" cy="0"/>
          <a:chOff x="0" y="0"/>
          <a:chExt cx="0" cy="0"/>
        </a:xfrm>
      </p:grpSpPr>
      <p:sp>
        <p:nvSpPr>
          <p:cNvPr id="218" name="Google Shape;218;p20"/>
          <p:cNvSpPr txBox="1"/>
          <p:nvPr>
            <p:ph type="title"/>
          </p:nvPr>
        </p:nvSpPr>
        <p:spPr>
          <a:xfrm>
            <a:off x="457200" y="206375"/>
            <a:ext cx="8229600" cy="85725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9pPr>
          </a:lstStyle>
          <a:p/>
        </p:txBody>
      </p:sp>
      <p:sp>
        <p:nvSpPr>
          <p:cNvPr id="219" name="Google Shape;219;p20"/>
          <p:cNvSpPr txBox="1"/>
          <p:nvPr>
            <p:ph idx="10" type="dt"/>
          </p:nvPr>
        </p:nvSpPr>
        <p:spPr>
          <a:xfrm>
            <a:off x="628650" y="4767263"/>
            <a:ext cx="2057400" cy="27463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98989"/>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220" name="Google Shape;220;p20"/>
          <p:cNvSpPr txBox="1"/>
          <p:nvPr>
            <p:ph idx="11" type="ftr"/>
          </p:nvPr>
        </p:nvSpPr>
        <p:spPr>
          <a:xfrm>
            <a:off x="3028950" y="4767263"/>
            <a:ext cx="3086100" cy="27463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98989"/>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221" name="Google Shape;221;p20"/>
          <p:cNvSpPr txBox="1"/>
          <p:nvPr>
            <p:ph idx="12" type="sldNum"/>
          </p:nvPr>
        </p:nvSpPr>
        <p:spPr>
          <a:xfrm>
            <a:off x="6457950" y="4767263"/>
            <a:ext cx="2057400" cy="274638"/>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98989"/>
              </a:buClr>
              <a:buSzPts val="900"/>
              <a:buNone/>
              <a:defRPr strike="noStrike">
                <a:latin typeface="Calibri"/>
                <a:ea typeface="Calibri"/>
                <a:cs typeface="Calibri"/>
                <a:sym typeface="Calibri"/>
              </a:defRPr>
            </a:lvl1pPr>
            <a:lvl2pPr indent="0" lvl="1" marL="0" algn="r">
              <a:lnSpc>
                <a:spcPct val="100000"/>
              </a:lnSpc>
              <a:spcBef>
                <a:spcPts val="0"/>
              </a:spcBef>
              <a:spcAft>
                <a:spcPts val="0"/>
              </a:spcAft>
              <a:buClr>
                <a:srgbClr val="898989"/>
              </a:buClr>
              <a:buSzPts val="900"/>
              <a:buNone/>
              <a:defRPr strike="noStrike">
                <a:latin typeface="Calibri"/>
                <a:ea typeface="Calibri"/>
                <a:cs typeface="Calibri"/>
                <a:sym typeface="Calibri"/>
              </a:defRPr>
            </a:lvl2pPr>
            <a:lvl3pPr indent="0" lvl="2" marL="0" algn="r">
              <a:lnSpc>
                <a:spcPct val="100000"/>
              </a:lnSpc>
              <a:spcBef>
                <a:spcPts val="0"/>
              </a:spcBef>
              <a:spcAft>
                <a:spcPts val="0"/>
              </a:spcAft>
              <a:buClr>
                <a:srgbClr val="898989"/>
              </a:buClr>
              <a:buSzPts val="900"/>
              <a:buNone/>
              <a:defRPr strike="noStrike">
                <a:latin typeface="Calibri"/>
                <a:ea typeface="Calibri"/>
                <a:cs typeface="Calibri"/>
                <a:sym typeface="Calibri"/>
              </a:defRPr>
            </a:lvl3pPr>
            <a:lvl4pPr indent="0" lvl="3" marL="0" algn="r">
              <a:lnSpc>
                <a:spcPct val="100000"/>
              </a:lnSpc>
              <a:spcBef>
                <a:spcPts val="0"/>
              </a:spcBef>
              <a:spcAft>
                <a:spcPts val="0"/>
              </a:spcAft>
              <a:buClr>
                <a:srgbClr val="898989"/>
              </a:buClr>
              <a:buSzPts val="900"/>
              <a:buNone/>
              <a:defRPr strike="noStrike">
                <a:latin typeface="Calibri"/>
                <a:ea typeface="Calibri"/>
                <a:cs typeface="Calibri"/>
                <a:sym typeface="Calibri"/>
              </a:defRPr>
            </a:lvl4pPr>
            <a:lvl5pPr indent="0" lvl="4" marL="0" algn="r">
              <a:lnSpc>
                <a:spcPct val="100000"/>
              </a:lnSpc>
              <a:spcBef>
                <a:spcPts val="0"/>
              </a:spcBef>
              <a:spcAft>
                <a:spcPts val="0"/>
              </a:spcAft>
              <a:buClr>
                <a:srgbClr val="898989"/>
              </a:buClr>
              <a:buSzPts val="900"/>
              <a:buNone/>
              <a:defRPr strike="noStrike">
                <a:latin typeface="Calibri"/>
                <a:ea typeface="Calibri"/>
                <a:cs typeface="Calibri"/>
                <a:sym typeface="Calibri"/>
              </a:defRPr>
            </a:lvl5pPr>
            <a:lvl6pPr indent="0" lvl="5" marL="0" algn="r">
              <a:lnSpc>
                <a:spcPct val="100000"/>
              </a:lnSpc>
              <a:spcBef>
                <a:spcPts val="0"/>
              </a:spcBef>
              <a:spcAft>
                <a:spcPts val="0"/>
              </a:spcAft>
              <a:buClr>
                <a:srgbClr val="898989"/>
              </a:buClr>
              <a:buSzPts val="900"/>
              <a:buNone/>
              <a:defRPr strike="noStrike">
                <a:latin typeface="Calibri"/>
                <a:ea typeface="Calibri"/>
                <a:cs typeface="Calibri"/>
                <a:sym typeface="Calibri"/>
              </a:defRPr>
            </a:lvl6pPr>
            <a:lvl7pPr indent="0" lvl="6" marL="0" algn="r">
              <a:lnSpc>
                <a:spcPct val="100000"/>
              </a:lnSpc>
              <a:spcBef>
                <a:spcPts val="0"/>
              </a:spcBef>
              <a:spcAft>
                <a:spcPts val="0"/>
              </a:spcAft>
              <a:buClr>
                <a:srgbClr val="898989"/>
              </a:buClr>
              <a:buSzPts val="900"/>
              <a:buNone/>
              <a:defRPr strike="noStrike">
                <a:latin typeface="Calibri"/>
                <a:ea typeface="Calibri"/>
                <a:cs typeface="Calibri"/>
                <a:sym typeface="Calibri"/>
              </a:defRPr>
            </a:lvl7pPr>
            <a:lvl8pPr indent="0" lvl="7" marL="0" algn="r">
              <a:lnSpc>
                <a:spcPct val="100000"/>
              </a:lnSpc>
              <a:spcBef>
                <a:spcPts val="0"/>
              </a:spcBef>
              <a:spcAft>
                <a:spcPts val="0"/>
              </a:spcAft>
              <a:buClr>
                <a:srgbClr val="898989"/>
              </a:buClr>
              <a:buSzPts val="900"/>
              <a:buNone/>
              <a:defRPr strike="noStrike">
                <a:latin typeface="Calibri"/>
                <a:ea typeface="Calibri"/>
                <a:cs typeface="Calibri"/>
                <a:sym typeface="Calibri"/>
              </a:defRPr>
            </a:lvl8pPr>
            <a:lvl9pPr indent="0" lvl="8" marL="0" algn="r">
              <a:lnSpc>
                <a:spcPct val="100000"/>
              </a:lnSpc>
              <a:spcBef>
                <a:spcPts val="0"/>
              </a:spcBef>
              <a:spcAft>
                <a:spcPts val="0"/>
              </a:spcAft>
              <a:buClr>
                <a:srgbClr val="898989"/>
              </a:buClr>
              <a:buSzPts val="900"/>
              <a:buNone/>
              <a:defRPr strike="noStrike">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ransition spd="slow">
    <p:push/>
  </p:transition>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222" name="Shape 222"/>
        <p:cNvGrpSpPr/>
        <p:nvPr/>
      </p:nvGrpSpPr>
      <p:grpSpPr>
        <a:xfrm>
          <a:off x="0" y="0"/>
          <a:ext cx="0" cy="0"/>
          <a:chOff x="0" y="0"/>
          <a:chExt cx="0" cy="0"/>
        </a:xfrm>
      </p:grpSpPr>
      <p:sp>
        <p:nvSpPr>
          <p:cNvPr id="223" name="Google Shape;223;p21"/>
          <p:cNvSpPr txBox="1"/>
          <p:nvPr>
            <p:ph type="title"/>
          </p:nvPr>
        </p:nvSpPr>
        <p:spPr>
          <a:xfrm>
            <a:off x="457200" y="204788"/>
            <a:ext cx="3008313" cy="8715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SzPts val="1400"/>
              <a:buNone/>
              <a:defRPr b="1" i="0" sz="20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9pPr>
          </a:lstStyle>
          <a:p/>
        </p:txBody>
      </p:sp>
      <p:sp>
        <p:nvSpPr>
          <p:cNvPr id="224" name="Google Shape;224;p21"/>
          <p:cNvSpPr txBox="1"/>
          <p:nvPr>
            <p:ph idx="1" type="body"/>
          </p:nvPr>
        </p:nvSpPr>
        <p:spPr>
          <a:xfrm>
            <a:off x="3575050" y="204788"/>
            <a:ext cx="5111750" cy="4389437"/>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75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375"/>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375"/>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375"/>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375"/>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375"/>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375"/>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375"/>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375"/>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25" name="Google Shape;225;p21"/>
          <p:cNvSpPr txBox="1"/>
          <p:nvPr>
            <p:ph idx="2" type="body"/>
          </p:nvPr>
        </p:nvSpPr>
        <p:spPr>
          <a:xfrm>
            <a:off x="457200" y="1076325"/>
            <a:ext cx="3008313" cy="35179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1pPr>
            <a:lvl2pPr indent="-228600" lvl="1" marL="914400" marR="0" rtl="0" algn="l">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90000"/>
              </a:lnSpc>
              <a:spcBef>
                <a:spcPts val="375"/>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3pPr>
            <a:lvl4pPr indent="-228600" lvl="3" marL="1828800" marR="0" rtl="0" algn="l">
              <a:lnSpc>
                <a:spcPct val="90000"/>
              </a:lnSpc>
              <a:spcBef>
                <a:spcPts val="375"/>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4pPr>
            <a:lvl5pPr indent="-228600" lvl="4" marL="2286000" marR="0" rtl="0" algn="l">
              <a:lnSpc>
                <a:spcPct val="90000"/>
              </a:lnSpc>
              <a:spcBef>
                <a:spcPts val="375"/>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5pPr>
            <a:lvl6pPr indent="-228600" lvl="5" marL="2743200" marR="0" rtl="0" algn="l">
              <a:lnSpc>
                <a:spcPct val="90000"/>
              </a:lnSpc>
              <a:spcBef>
                <a:spcPts val="375"/>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6pPr>
            <a:lvl7pPr indent="-228600" lvl="6" marL="3200400" marR="0" rtl="0" algn="l">
              <a:lnSpc>
                <a:spcPct val="90000"/>
              </a:lnSpc>
              <a:spcBef>
                <a:spcPts val="375"/>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7pPr>
            <a:lvl8pPr indent="-228600" lvl="7" marL="3657600" marR="0" rtl="0" algn="l">
              <a:lnSpc>
                <a:spcPct val="90000"/>
              </a:lnSpc>
              <a:spcBef>
                <a:spcPts val="375"/>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8pPr>
            <a:lvl9pPr indent="-228600" lvl="8" marL="4114800" marR="0" rtl="0" algn="l">
              <a:lnSpc>
                <a:spcPct val="90000"/>
              </a:lnSpc>
              <a:spcBef>
                <a:spcPts val="375"/>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9pPr>
          </a:lstStyle>
          <a:p/>
        </p:txBody>
      </p:sp>
      <p:sp>
        <p:nvSpPr>
          <p:cNvPr id="226" name="Google Shape;226;p21"/>
          <p:cNvSpPr txBox="1"/>
          <p:nvPr>
            <p:ph idx="10" type="dt"/>
          </p:nvPr>
        </p:nvSpPr>
        <p:spPr>
          <a:xfrm>
            <a:off x="628650" y="4767263"/>
            <a:ext cx="2057400" cy="27463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98989"/>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227" name="Google Shape;227;p21"/>
          <p:cNvSpPr txBox="1"/>
          <p:nvPr>
            <p:ph idx="11" type="ftr"/>
          </p:nvPr>
        </p:nvSpPr>
        <p:spPr>
          <a:xfrm>
            <a:off x="3028950" y="4767263"/>
            <a:ext cx="3086100" cy="27463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98989"/>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228" name="Google Shape;228;p21"/>
          <p:cNvSpPr txBox="1"/>
          <p:nvPr>
            <p:ph idx="12" type="sldNum"/>
          </p:nvPr>
        </p:nvSpPr>
        <p:spPr>
          <a:xfrm>
            <a:off x="6457950" y="4767263"/>
            <a:ext cx="2057400" cy="274638"/>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98989"/>
              </a:buClr>
              <a:buSzPts val="900"/>
              <a:buNone/>
              <a:defRPr strike="noStrike">
                <a:latin typeface="Calibri"/>
                <a:ea typeface="Calibri"/>
                <a:cs typeface="Calibri"/>
                <a:sym typeface="Calibri"/>
              </a:defRPr>
            </a:lvl1pPr>
            <a:lvl2pPr indent="0" lvl="1" marL="0" algn="r">
              <a:lnSpc>
                <a:spcPct val="100000"/>
              </a:lnSpc>
              <a:spcBef>
                <a:spcPts val="0"/>
              </a:spcBef>
              <a:spcAft>
                <a:spcPts val="0"/>
              </a:spcAft>
              <a:buClr>
                <a:srgbClr val="898989"/>
              </a:buClr>
              <a:buSzPts val="900"/>
              <a:buNone/>
              <a:defRPr strike="noStrike">
                <a:latin typeface="Calibri"/>
                <a:ea typeface="Calibri"/>
                <a:cs typeface="Calibri"/>
                <a:sym typeface="Calibri"/>
              </a:defRPr>
            </a:lvl2pPr>
            <a:lvl3pPr indent="0" lvl="2" marL="0" algn="r">
              <a:lnSpc>
                <a:spcPct val="100000"/>
              </a:lnSpc>
              <a:spcBef>
                <a:spcPts val="0"/>
              </a:spcBef>
              <a:spcAft>
                <a:spcPts val="0"/>
              </a:spcAft>
              <a:buClr>
                <a:srgbClr val="898989"/>
              </a:buClr>
              <a:buSzPts val="900"/>
              <a:buNone/>
              <a:defRPr strike="noStrike">
                <a:latin typeface="Calibri"/>
                <a:ea typeface="Calibri"/>
                <a:cs typeface="Calibri"/>
                <a:sym typeface="Calibri"/>
              </a:defRPr>
            </a:lvl3pPr>
            <a:lvl4pPr indent="0" lvl="3" marL="0" algn="r">
              <a:lnSpc>
                <a:spcPct val="100000"/>
              </a:lnSpc>
              <a:spcBef>
                <a:spcPts val="0"/>
              </a:spcBef>
              <a:spcAft>
                <a:spcPts val="0"/>
              </a:spcAft>
              <a:buClr>
                <a:srgbClr val="898989"/>
              </a:buClr>
              <a:buSzPts val="900"/>
              <a:buNone/>
              <a:defRPr strike="noStrike">
                <a:latin typeface="Calibri"/>
                <a:ea typeface="Calibri"/>
                <a:cs typeface="Calibri"/>
                <a:sym typeface="Calibri"/>
              </a:defRPr>
            </a:lvl4pPr>
            <a:lvl5pPr indent="0" lvl="4" marL="0" algn="r">
              <a:lnSpc>
                <a:spcPct val="100000"/>
              </a:lnSpc>
              <a:spcBef>
                <a:spcPts val="0"/>
              </a:spcBef>
              <a:spcAft>
                <a:spcPts val="0"/>
              </a:spcAft>
              <a:buClr>
                <a:srgbClr val="898989"/>
              </a:buClr>
              <a:buSzPts val="900"/>
              <a:buNone/>
              <a:defRPr strike="noStrike">
                <a:latin typeface="Calibri"/>
                <a:ea typeface="Calibri"/>
                <a:cs typeface="Calibri"/>
                <a:sym typeface="Calibri"/>
              </a:defRPr>
            </a:lvl5pPr>
            <a:lvl6pPr indent="0" lvl="5" marL="0" algn="r">
              <a:lnSpc>
                <a:spcPct val="100000"/>
              </a:lnSpc>
              <a:spcBef>
                <a:spcPts val="0"/>
              </a:spcBef>
              <a:spcAft>
                <a:spcPts val="0"/>
              </a:spcAft>
              <a:buClr>
                <a:srgbClr val="898989"/>
              </a:buClr>
              <a:buSzPts val="900"/>
              <a:buNone/>
              <a:defRPr strike="noStrike">
                <a:latin typeface="Calibri"/>
                <a:ea typeface="Calibri"/>
                <a:cs typeface="Calibri"/>
                <a:sym typeface="Calibri"/>
              </a:defRPr>
            </a:lvl6pPr>
            <a:lvl7pPr indent="0" lvl="6" marL="0" algn="r">
              <a:lnSpc>
                <a:spcPct val="100000"/>
              </a:lnSpc>
              <a:spcBef>
                <a:spcPts val="0"/>
              </a:spcBef>
              <a:spcAft>
                <a:spcPts val="0"/>
              </a:spcAft>
              <a:buClr>
                <a:srgbClr val="898989"/>
              </a:buClr>
              <a:buSzPts val="900"/>
              <a:buNone/>
              <a:defRPr strike="noStrike">
                <a:latin typeface="Calibri"/>
                <a:ea typeface="Calibri"/>
                <a:cs typeface="Calibri"/>
                <a:sym typeface="Calibri"/>
              </a:defRPr>
            </a:lvl7pPr>
            <a:lvl8pPr indent="0" lvl="7" marL="0" algn="r">
              <a:lnSpc>
                <a:spcPct val="100000"/>
              </a:lnSpc>
              <a:spcBef>
                <a:spcPts val="0"/>
              </a:spcBef>
              <a:spcAft>
                <a:spcPts val="0"/>
              </a:spcAft>
              <a:buClr>
                <a:srgbClr val="898989"/>
              </a:buClr>
              <a:buSzPts val="900"/>
              <a:buNone/>
              <a:defRPr strike="noStrike">
                <a:latin typeface="Calibri"/>
                <a:ea typeface="Calibri"/>
                <a:cs typeface="Calibri"/>
                <a:sym typeface="Calibri"/>
              </a:defRPr>
            </a:lvl8pPr>
            <a:lvl9pPr indent="0" lvl="8" marL="0" algn="r">
              <a:lnSpc>
                <a:spcPct val="100000"/>
              </a:lnSpc>
              <a:spcBef>
                <a:spcPts val="0"/>
              </a:spcBef>
              <a:spcAft>
                <a:spcPts val="0"/>
              </a:spcAft>
              <a:buClr>
                <a:srgbClr val="898989"/>
              </a:buClr>
              <a:buSzPts val="900"/>
              <a:buNone/>
              <a:defRPr strike="noStrike">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ransition spd="slow">
    <p:push/>
  </p:transition>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229" name="Shape 229"/>
        <p:cNvGrpSpPr/>
        <p:nvPr/>
      </p:nvGrpSpPr>
      <p:grpSpPr>
        <a:xfrm>
          <a:off x="0" y="0"/>
          <a:ext cx="0" cy="0"/>
          <a:chOff x="0" y="0"/>
          <a:chExt cx="0" cy="0"/>
        </a:xfrm>
      </p:grpSpPr>
      <p:sp>
        <p:nvSpPr>
          <p:cNvPr id="230" name="Google Shape;230;p22"/>
          <p:cNvSpPr txBox="1"/>
          <p:nvPr>
            <p:ph type="title"/>
          </p:nvPr>
        </p:nvSpPr>
        <p:spPr>
          <a:xfrm>
            <a:off x="1792288" y="3600450"/>
            <a:ext cx="5486400" cy="42545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SzPts val="1400"/>
              <a:buNone/>
              <a:defRPr b="1" i="0" sz="20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9pPr>
          </a:lstStyle>
          <a:p/>
        </p:txBody>
      </p:sp>
      <p:sp>
        <p:nvSpPr>
          <p:cNvPr id="231" name="Google Shape;231;p22"/>
          <p:cNvSpPr/>
          <p:nvPr>
            <p:ph idx="2" type="pic"/>
          </p:nvPr>
        </p:nvSpPr>
        <p:spPr>
          <a:xfrm>
            <a:off x="1792288" y="460375"/>
            <a:ext cx="5486400" cy="3086100"/>
          </a:xfrm>
          <a:prstGeom prst="rect">
            <a:avLst/>
          </a:prstGeom>
          <a:noFill/>
          <a:ln>
            <a:noFill/>
          </a:ln>
        </p:spPr>
      </p:sp>
      <p:sp>
        <p:nvSpPr>
          <p:cNvPr id="232" name="Google Shape;232;p22"/>
          <p:cNvSpPr txBox="1"/>
          <p:nvPr>
            <p:ph idx="1" type="body"/>
          </p:nvPr>
        </p:nvSpPr>
        <p:spPr>
          <a:xfrm>
            <a:off x="1792288" y="4025900"/>
            <a:ext cx="5486400" cy="6032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1pPr>
            <a:lvl2pPr indent="-228600" lvl="1" marL="914400" marR="0" rtl="0" algn="l">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90000"/>
              </a:lnSpc>
              <a:spcBef>
                <a:spcPts val="375"/>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3pPr>
            <a:lvl4pPr indent="-228600" lvl="3" marL="1828800" marR="0" rtl="0" algn="l">
              <a:lnSpc>
                <a:spcPct val="90000"/>
              </a:lnSpc>
              <a:spcBef>
                <a:spcPts val="375"/>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4pPr>
            <a:lvl5pPr indent="-228600" lvl="4" marL="2286000" marR="0" rtl="0" algn="l">
              <a:lnSpc>
                <a:spcPct val="90000"/>
              </a:lnSpc>
              <a:spcBef>
                <a:spcPts val="375"/>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5pPr>
            <a:lvl6pPr indent="-228600" lvl="5" marL="2743200" marR="0" rtl="0" algn="l">
              <a:lnSpc>
                <a:spcPct val="90000"/>
              </a:lnSpc>
              <a:spcBef>
                <a:spcPts val="375"/>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6pPr>
            <a:lvl7pPr indent="-228600" lvl="6" marL="3200400" marR="0" rtl="0" algn="l">
              <a:lnSpc>
                <a:spcPct val="90000"/>
              </a:lnSpc>
              <a:spcBef>
                <a:spcPts val="375"/>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7pPr>
            <a:lvl8pPr indent="-228600" lvl="7" marL="3657600" marR="0" rtl="0" algn="l">
              <a:lnSpc>
                <a:spcPct val="90000"/>
              </a:lnSpc>
              <a:spcBef>
                <a:spcPts val="375"/>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8pPr>
            <a:lvl9pPr indent="-228600" lvl="8" marL="4114800" marR="0" rtl="0" algn="l">
              <a:lnSpc>
                <a:spcPct val="90000"/>
              </a:lnSpc>
              <a:spcBef>
                <a:spcPts val="375"/>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9pPr>
          </a:lstStyle>
          <a:p/>
        </p:txBody>
      </p:sp>
      <p:sp>
        <p:nvSpPr>
          <p:cNvPr id="233" name="Google Shape;233;p22"/>
          <p:cNvSpPr txBox="1"/>
          <p:nvPr>
            <p:ph idx="10" type="dt"/>
          </p:nvPr>
        </p:nvSpPr>
        <p:spPr>
          <a:xfrm>
            <a:off x="628650" y="4767263"/>
            <a:ext cx="2057400" cy="27463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98989"/>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234" name="Google Shape;234;p22"/>
          <p:cNvSpPr txBox="1"/>
          <p:nvPr>
            <p:ph idx="11" type="ftr"/>
          </p:nvPr>
        </p:nvSpPr>
        <p:spPr>
          <a:xfrm>
            <a:off x="3028950" y="4767263"/>
            <a:ext cx="3086100" cy="27463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98989"/>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235" name="Google Shape;235;p22"/>
          <p:cNvSpPr txBox="1"/>
          <p:nvPr>
            <p:ph idx="12" type="sldNum"/>
          </p:nvPr>
        </p:nvSpPr>
        <p:spPr>
          <a:xfrm>
            <a:off x="6457950" y="4767263"/>
            <a:ext cx="2057400" cy="274638"/>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98989"/>
              </a:buClr>
              <a:buSzPts val="900"/>
              <a:buNone/>
              <a:defRPr strike="noStrike">
                <a:latin typeface="Calibri"/>
                <a:ea typeface="Calibri"/>
                <a:cs typeface="Calibri"/>
                <a:sym typeface="Calibri"/>
              </a:defRPr>
            </a:lvl1pPr>
            <a:lvl2pPr indent="0" lvl="1" marL="0" algn="r">
              <a:lnSpc>
                <a:spcPct val="100000"/>
              </a:lnSpc>
              <a:spcBef>
                <a:spcPts val="0"/>
              </a:spcBef>
              <a:spcAft>
                <a:spcPts val="0"/>
              </a:spcAft>
              <a:buClr>
                <a:srgbClr val="898989"/>
              </a:buClr>
              <a:buSzPts val="900"/>
              <a:buNone/>
              <a:defRPr strike="noStrike">
                <a:latin typeface="Calibri"/>
                <a:ea typeface="Calibri"/>
                <a:cs typeface="Calibri"/>
                <a:sym typeface="Calibri"/>
              </a:defRPr>
            </a:lvl2pPr>
            <a:lvl3pPr indent="0" lvl="2" marL="0" algn="r">
              <a:lnSpc>
                <a:spcPct val="100000"/>
              </a:lnSpc>
              <a:spcBef>
                <a:spcPts val="0"/>
              </a:spcBef>
              <a:spcAft>
                <a:spcPts val="0"/>
              </a:spcAft>
              <a:buClr>
                <a:srgbClr val="898989"/>
              </a:buClr>
              <a:buSzPts val="900"/>
              <a:buNone/>
              <a:defRPr strike="noStrike">
                <a:latin typeface="Calibri"/>
                <a:ea typeface="Calibri"/>
                <a:cs typeface="Calibri"/>
                <a:sym typeface="Calibri"/>
              </a:defRPr>
            </a:lvl3pPr>
            <a:lvl4pPr indent="0" lvl="3" marL="0" algn="r">
              <a:lnSpc>
                <a:spcPct val="100000"/>
              </a:lnSpc>
              <a:spcBef>
                <a:spcPts val="0"/>
              </a:spcBef>
              <a:spcAft>
                <a:spcPts val="0"/>
              </a:spcAft>
              <a:buClr>
                <a:srgbClr val="898989"/>
              </a:buClr>
              <a:buSzPts val="900"/>
              <a:buNone/>
              <a:defRPr strike="noStrike">
                <a:latin typeface="Calibri"/>
                <a:ea typeface="Calibri"/>
                <a:cs typeface="Calibri"/>
                <a:sym typeface="Calibri"/>
              </a:defRPr>
            </a:lvl4pPr>
            <a:lvl5pPr indent="0" lvl="4" marL="0" algn="r">
              <a:lnSpc>
                <a:spcPct val="100000"/>
              </a:lnSpc>
              <a:spcBef>
                <a:spcPts val="0"/>
              </a:spcBef>
              <a:spcAft>
                <a:spcPts val="0"/>
              </a:spcAft>
              <a:buClr>
                <a:srgbClr val="898989"/>
              </a:buClr>
              <a:buSzPts val="900"/>
              <a:buNone/>
              <a:defRPr strike="noStrike">
                <a:latin typeface="Calibri"/>
                <a:ea typeface="Calibri"/>
                <a:cs typeface="Calibri"/>
                <a:sym typeface="Calibri"/>
              </a:defRPr>
            </a:lvl5pPr>
            <a:lvl6pPr indent="0" lvl="5" marL="0" algn="r">
              <a:lnSpc>
                <a:spcPct val="100000"/>
              </a:lnSpc>
              <a:spcBef>
                <a:spcPts val="0"/>
              </a:spcBef>
              <a:spcAft>
                <a:spcPts val="0"/>
              </a:spcAft>
              <a:buClr>
                <a:srgbClr val="898989"/>
              </a:buClr>
              <a:buSzPts val="900"/>
              <a:buNone/>
              <a:defRPr strike="noStrike">
                <a:latin typeface="Calibri"/>
                <a:ea typeface="Calibri"/>
                <a:cs typeface="Calibri"/>
                <a:sym typeface="Calibri"/>
              </a:defRPr>
            </a:lvl6pPr>
            <a:lvl7pPr indent="0" lvl="6" marL="0" algn="r">
              <a:lnSpc>
                <a:spcPct val="100000"/>
              </a:lnSpc>
              <a:spcBef>
                <a:spcPts val="0"/>
              </a:spcBef>
              <a:spcAft>
                <a:spcPts val="0"/>
              </a:spcAft>
              <a:buClr>
                <a:srgbClr val="898989"/>
              </a:buClr>
              <a:buSzPts val="900"/>
              <a:buNone/>
              <a:defRPr strike="noStrike">
                <a:latin typeface="Calibri"/>
                <a:ea typeface="Calibri"/>
                <a:cs typeface="Calibri"/>
                <a:sym typeface="Calibri"/>
              </a:defRPr>
            </a:lvl7pPr>
            <a:lvl8pPr indent="0" lvl="7" marL="0" algn="r">
              <a:lnSpc>
                <a:spcPct val="100000"/>
              </a:lnSpc>
              <a:spcBef>
                <a:spcPts val="0"/>
              </a:spcBef>
              <a:spcAft>
                <a:spcPts val="0"/>
              </a:spcAft>
              <a:buClr>
                <a:srgbClr val="898989"/>
              </a:buClr>
              <a:buSzPts val="900"/>
              <a:buNone/>
              <a:defRPr strike="noStrike">
                <a:latin typeface="Calibri"/>
                <a:ea typeface="Calibri"/>
                <a:cs typeface="Calibri"/>
                <a:sym typeface="Calibri"/>
              </a:defRPr>
            </a:lvl8pPr>
            <a:lvl9pPr indent="0" lvl="8" marL="0" algn="r">
              <a:lnSpc>
                <a:spcPct val="100000"/>
              </a:lnSpc>
              <a:spcBef>
                <a:spcPts val="0"/>
              </a:spcBef>
              <a:spcAft>
                <a:spcPts val="0"/>
              </a:spcAft>
              <a:buClr>
                <a:srgbClr val="898989"/>
              </a:buClr>
              <a:buSzPts val="900"/>
              <a:buNone/>
              <a:defRPr strike="noStrike">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ransition spd="slow">
    <p:push/>
  </p:transition>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236" name="Shape 236"/>
        <p:cNvGrpSpPr/>
        <p:nvPr/>
      </p:nvGrpSpPr>
      <p:grpSpPr>
        <a:xfrm>
          <a:off x="0" y="0"/>
          <a:ext cx="0" cy="0"/>
          <a:chOff x="0" y="0"/>
          <a:chExt cx="0" cy="0"/>
        </a:xfrm>
      </p:grpSpPr>
      <p:sp>
        <p:nvSpPr>
          <p:cNvPr id="237" name="Google Shape;237;p23"/>
          <p:cNvSpPr txBox="1"/>
          <p:nvPr>
            <p:ph type="title"/>
          </p:nvPr>
        </p:nvSpPr>
        <p:spPr>
          <a:xfrm>
            <a:off x="457200" y="206375"/>
            <a:ext cx="8229600" cy="85725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9pPr>
          </a:lstStyle>
          <a:p/>
        </p:txBody>
      </p:sp>
      <p:sp>
        <p:nvSpPr>
          <p:cNvPr id="238" name="Google Shape;238;p23"/>
          <p:cNvSpPr txBox="1"/>
          <p:nvPr>
            <p:ph idx="1" type="body"/>
          </p:nvPr>
        </p:nvSpPr>
        <p:spPr>
          <a:xfrm rot="5400000">
            <a:off x="2874963" y="-1217612"/>
            <a:ext cx="3394075" cy="8229600"/>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61950" lvl="1" marL="914400" marR="0" rtl="0" algn="l">
              <a:lnSpc>
                <a:spcPct val="90000"/>
              </a:lnSpc>
              <a:spcBef>
                <a:spcPts val="375"/>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1150" lvl="3" marL="1828800" marR="0" rtl="0" algn="l">
              <a:lnSpc>
                <a:spcPct val="90000"/>
              </a:lnSpc>
              <a:spcBef>
                <a:spcPts val="375"/>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4pPr>
            <a:lvl5pPr indent="-311150" lvl="4" marL="2286000" marR="0" rtl="0" algn="l">
              <a:lnSpc>
                <a:spcPct val="90000"/>
              </a:lnSpc>
              <a:spcBef>
                <a:spcPts val="375"/>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5pPr>
            <a:lvl6pPr indent="-311150" lvl="5" marL="2743200" marR="0" rtl="0" algn="l">
              <a:lnSpc>
                <a:spcPct val="90000"/>
              </a:lnSpc>
              <a:spcBef>
                <a:spcPts val="375"/>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6pPr>
            <a:lvl7pPr indent="-311150" lvl="6" marL="3200400" marR="0" rtl="0" algn="l">
              <a:lnSpc>
                <a:spcPct val="90000"/>
              </a:lnSpc>
              <a:spcBef>
                <a:spcPts val="375"/>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7pPr>
            <a:lvl8pPr indent="-311150" lvl="7" marL="3657600" marR="0" rtl="0" algn="l">
              <a:lnSpc>
                <a:spcPct val="90000"/>
              </a:lnSpc>
              <a:spcBef>
                <a:spcPts val="375"/>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8pPr>
            <a:lvl9pPr indent="-311150" lvl="8" marL="4114800" marR="0" rtl="0" algn="l">
              <a:lnSpc>
                <a:spcPct val="90000"/>
              </a:lnSpc>
              <a:spcBef>
                <a:spcPts val="375"/>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9pPr>
          </a:lstStyle>
          <a:p/>
        </p:txBody>
      </p:sp>
      <p:sp>
        <p:nvSpPr>
          <p:cNvPr id="239" name="Google Shape;239;p23"/>
          <p:cNvSpPr txBox="1"/>
          <p:nvPr>
            <p:ph idx="10" type="dt"/>
          </p:nvPr>
        </p:nvSpPr>
        <p:spPr>
          <a:xfrm>
            <a:off x="628650" y="4767263"/>
            <a:ext cx="2057400" cy="27463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98989"/>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240" name="Google Shape;240;p23"/>
          <p:cNvSpPr txBox="1"/>
          <p:nvPr>
            <p:ph idx="11" type="ftr"/>
          </p:nvPr>
        </p:nvSpPr>
        <p:spPr>
          <a:xfrm>
            <a:off x="3028950" y="4767263"/>
            <a:ext cx="3086100" cy="27463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98989"/>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241" name="Google Shape;241;p23"/>
          <p:cNvSpPr txBox="1"/>
          <p:nvPr>
            <p:ph idx="12" type="sldNum"/>
          </p:nvPr>
        </p:nvSpPr>
        <p:spPr>
          <a:xfrm>
            <a:off x="6457950" y="4767263"/>
            <a:ext cx="2057400" cy="274638"/>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98989"/>
              </a:buClr>
              <a:buSzPts val="900"/>
              <a:buNone/>
              <a:defRPr strike="noStrike">
                <a:latin typeface="Calibri"/>
                <a:ea typeface="Calibri"/>
                <a:cs typeface="Calibri"/>
                <a:sym typeface="Calibri"/>
              </a:defRPr>
            </a:lvl1pPr>
            <a:lvl2pPr indent="0" lvl="1" marL="0" algn="r">
              <a:lnSpc>
                <a:spcPct val="100000"/>
              </a:lnSpc>
              <a:spcBef>
                <a:spcPts val="0"/>
              </a:spcBef>
              <a:spcAft>
                <a:spcPts val="0"/>
              </a:spcAft>
              <a:buClr>
                <a:srgbClr val="898989"/>
              </a:buClr>
              <a:buSzPts val="900"/>
              <a:buNone/>
              <a:defRPr strike="noStrike">
                <a:latin typeface="Calibri"/>
                <a:ea typeface="Calibri"/>
                <a:cs typeface="Calibri"/>
                <a:sym typeface="Calibri"/>
              </a:defRPr>
            </a:lvl2pPr>
            <a:lvl3pPr indent="0" lvl="2" marL="0" algn="r">
              <a:lnSpc>
                <a:spcPct val="100000"/>
              </a:lnSpc>
              <a:spcBef>
                <a:spcPts val="0"/>
              </a:spcBef>
              <a:spcAft>
                <a:spcPts val="0"/>
              </a:spcAft>
              <a:buClr>
                <a:srgbClr val="898989"/>
              </a:buClr>
              <a:buSzPts val="900"/>
              <a:buNone/>
              <a:defRPr strike="noStrike">
                <a:latin typeface="Calibri"/>
                <a:ea typeface="Calibri"/>
                <a:cs typeface="Calibri"/>
                <a:sym typeface="Calibri"/>
              </a:defRPr>
            </a:lvl3pPr>
            <a:lvl4pPr indent="0" lvl="3" marL="0" algn="r">
              <a:lnSpc>
                <a:spcPct val="100000"/>
              </a:lnSpc>
              <a:spcBef>
                <a:spcPts val="0"/>
              </a:spcBef>
              <a:spcAft>
                <a:spcPts val="0"/>
              </a:spcAft>
              <a:buClr>
                <a:srgbClr val="898989"/>
              </a:buClr>
              <a:buSzPts val="900"/>
              <a:buNone/>
              <a:defRPr strike="noStrike">
                <a:latin typeface="Calibri"/>
                <a:ea typeface="Calibri"/>
                <a:cs typeface="Calibri"/>
                <a:sym typeface="Calibri"/>
              </a:defRPr>
            </a:lvl4pPr>
            <a:lvl5pPr indent="0" lvl="4" marL="0" algn="r">
              <a:lnSpc>
                <a:spcPct val="100000"/>
              </a:lnSpc>
              <a:spcBef>
                <a:spcPts val="0"/>
              </a:spcBef>
              <a:spcAft>
                <a:spcPts val="0"/>
              </a:spcAft>
              <a:buClr>
                <a:srgbClr val="898989"/>
              </a:buClr>
              <a:buSzPts val="900"/>
              <a:buNone/>
              <a:defRPr strike="noStrike">
                <a:latin typeface="Calibri"/>
                <a:ea typeface="Calibri"/>
                <a:cs typeface="Calibri"/>
                <a:sym typeface="Calibri"/>
              </a:defRPr>
            </a:lvl5pPr>
            <a:lvl6pPr indent="0" lvl="5" marL="0" algn="r">
              <a:lnSpc>
                <a:spcPct val="100000"/>
              </a:lnSpc>
              <a:spcBef>
                <a:spcPts val="0"/>
              </a:spcBef>
              <a:spcAft>
                <a:spcPts val="0"/>
              </a:spcAft>
              <a:buClr>
                <a:srgbClr val="898989"/>
              </a:buClr>
              <a:buSzPts val="900"/>
              <a:buNone/>
              <a:defRPr strike="noStrike">
                <a:latin typeface="Calibri"/>
                <a:ea typeface="Calibri"/>
                <a:cs typeface="Calibri"/>
                <a:sym typeface="Calibri"/>
              </a:defRPr>
            </a:lvl6pPr>
            <a:lvl7pPr indent="0" lvl="6" marL="0" algn="r">
              <a:lnSpc>
                <a:spcPct val="100000"/>
              </a:lnSpc>
              <a:spcBef>
                <a:spcPts val="0"/>
              </a:spcBef>
              <a:spcAft>
                <a:spcPts val="0"/>
              </a:spcAft>
              <a:buClr>
                <a:srgbClr val="898989"/>
              </a:buClr>
              <a:buSzPts val="900"/>
              <a:buNone/>
              <a:defRPr strike="noStrike">
                <a:latin typeface="Calibri"/>
                <a:ea typeface="Calibri"/>
                <a:cs typeface="Calibri"/>
                <a:sym typeface="Calibri"/>
              </a:defRPr>
            </a:lvl7pPr>
            <a:lvl8pPr indent="0" lvl="7" marL="0" algn="r">
              <a:lnSpc>
                <a:spcPct val="100000"/>
              </a:lnSpc>
              <a:spcBef>
                <a:spcPts val="0"/>
              </a:spcBef>
              <a:spcAft>
                <a:spcPts val="0"/>
              </a:spcAft>
              <a:buClr>
                <a:srgbClr val="898989"/>
              </a:buClr>
              <a:buSzPts val="900"/>
              <a:buNone/>
              <a:defRPr strike="noStrike">
                <a:latin typeface="Calibri"/>
                <a:ea typeface="Calibri"/>
                <a:cs typeface="Calibri"/>
                <a:sym typeface="Calibri"/>
              </a:defRPr>
            </a:lvl8pPr>
            <a:lvl9pPr indent="0" lvl="8" marL="0" algn="r">
              <a:lnSpc>
                <a:spcPct val="100000"/>
              </a:lnSpc>
              <a:spcBef>
                <a:spcPts val="0"/>
              </a:spcBef>
              <a:spcAft>
                <a:spcPts val="0"/>
              </a:spcAft>
              <a:buClr>
                <a:srgbClr val="898989"/>
              </a:buClr>
              <a:buSzPts val="900"/>
              <a:buNone/>
              <a:defRPr strike="noStrike">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ransition spd="slow">
    <p:push/>
  </p:transition>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垂直排列标题与文本" type="vertTitleAndTx">
  <p:cSld name="VERTICAL_TITLE_AND_VERTICAL_TEXT">
    <p:spTree>
      <p:nvGrpSpPr>
        <p:cNvPr id="242" name="Shape 242"/>
        <p:cNvGrpSpPr/>
        <p:nvPr/>
      </p:nvGrpSpPr>
      <p:grpSpPr>
        <a:xfrm>
          <a:off x="0" y="0"/>
          <a:ext cx="0" cy="0"/>
          <a:chOff x="0" y="0"/>
          <a:chExt cx="0" cy="0"/>
        </a:xfrm>
      </p:grpSpPr>
      <p:sp>
        <p:nvSpPr>
          <p:cNvPr id="243" name="Google Shape;243;p24"/>
          <p:cNvSpPr txBox="1"/>
          <p:nvPr>
            <p:ph type="title"/>
          </p:nvPr>
        </p:nvSpPr>
        <p:spPr>
          <a:xfrm rot="5400000">
            <a:off x="5464175" y="1371600"/>
            <a:ext cx="4387850" cy="20574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9pPr>
          </a:lstStyle>
          <a:p/>
        </p:txBody>
      </p:sp>
      <p:sp>
        <p:nvSpPr>
          <p:cNvPr id="244" name="Google Shape;244;p24"/>
          <p:cNvSpPr txBox="1"/>
          <p:nvPr>
            <p:ph idx="1" type="body"/>
          </p:nvPr>
        </p:nvSpPr>
        <p:spPr>
          <a:xfrm rot="5400000">
            <a:off x="1273175" y="-609600"/>
            <a:ext cx="4387850" cy="6019800"/>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61950" lvl="1" marL="914400" marR="0" rtl="0" algn="l">
              <a:lnSpc>
                <a:spcPct val="90000"/>
              </a:lnSpc>
              <a:spcBef>
                <a:spcPts val="375"/>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1150" lvl="3" marL="1828800" marR="0" rtl="0" algn="l">
              <a:lnSpc>
                <a:spcPct val="90000"/>
              </a:lnSpc>
              <a:spcBef>
                <a:spcPts val="375"/>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4pPr>
            <a:lvl5pPr indent="-311150" lvl="4" marL="2286000" marR="0" rtl="0" algn="l">
              <a:lnSpc>
                <a:spcPct val="90000"/>
              </a:lnSpc>
              <a:spcBef>
                <a:spcPts val="375"/>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5pPr>
            <a:lvl6pPr indent="-311150" lvl="5" marL="2743200" marR="0" rtl="0" algn="l">
              <a:lnSpc>
                <a:spcPct val="90000"/>
              </a:lnSpc>
              <a:spcBef>
                <a:spcPts val="375"/>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6pPr>
            <a:lvl7pPr indent="-311150" lvl="6" marL="3200400" marR="0" rtl="0" algn="l">
              <a:lnSpc>
                <a:spcPct val="90000"/>
              </a:lnSpc>
              <a:spcBef>
                <a:spcPts val="375"/>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7pPr>
            <a:lvl8pPr indent="-311150" lvl="7" marL="3657600" marR="0" rtl="0" algn="l">
              <a:lnSpc>
                <a:spcPct val="90000"/>
              </a:lnSpc>
              <a:spcBef>
                <a:spcPts val="375"/>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8pPr>
            <a:lvl9pPr indent="-311150" lvl="8" marL="4114800" marR="0" rtl="0" algn="l">
              <a:lnSpc>
                <a:spcPct val="90000"/>
              </a:lnSpc>
              <a:spcBef>
                <a:spcPts val="375"/>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9pPr>
          </a:lstStyle>
          <a:p/>
        </p:txBody>
      </p:sp>
      <p:sp>
        <p:nvSpPr>
          <p:cNvPr id="245" name="Google Shape;245;p24"/>
          <p:cNvSpPr txBox="1"/>
          <p:nvPr>
            <p:ph idx="10" type="dt"/>
          </p:nvPr>
        </p:nvSpPr>
        <p:spPr>
          <a:xfrm>
            <a:off x="628650" y="4767263"/>
            <a:ext cx="2057400" cy="27463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98989"/>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246" name="Google Shape;246;p24"/>
          <p:cNvSpPr txBox="1"/>
          <p:nvPr>
            <p:ph idx="11" type="ftr"/>
          </p:nvPr>
        </p:nvSpPr>
        <p:spPr>
          <a:xfrm>
            <a:off x="3028950" y="4767263"/>
            <a:ext cx="3086100" cy="27463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98989"/>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p:txBody>
      </p:sp>
      <p:sp>
        <p:nvSpPr>
          <p:cNvPr id="247" name="Google Shape;247;p24"/>
          <p:cNvSpPr txBox="1"/>
          <p:nvPr>
            <p:ph idx="12" type="sldNum"/>
          </p:nvPr>
        </p:nvSpPr>
        <p:spPr>
          <a:xfrm>
            <a:off x="6457950" y="4767263"/>
            <a:ext cx="2057400" cy="274638"/>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Clr>
                <a:srgbClr val="898989"/>
              </a:buClr>
              <a:buSzPts val="900"/>
              <a:buNone/>
              <a:defRPr strike="noStrike">
                <a:latin typeface="Calibri"/>
                <a:ea typeface="Calibri"/>
                <a:cs typeface="Calibri"/>
                <a:sym typeface="Calibri"/>
              </a:defRPr>
            </a:lvl1pPr>
            <a:lvl2pPr indent="0" lvl="1" marL="0" algn="r">
              <a:lnSpc>
                <a:spcPct val="100000"/>
              </a:lnSpc>
              <a:spcBef>
                <a:spcPts val="0"/>
              </a:spcBef>
              <a:spcAft>
                <a:spcPts val="0"/>
              </a:spcAft>
              <a:buClr>
                <a:srgbClr val="898989"/>
              </a:buClr>
              <a:buSzPts val="900"/>
              <a:buNone/>
              <a:defRPr strike="noStrike">
                <a:latin typeface="Calibri"/>
                <a:ea typeface="Calibri"/>
                <a:cs typeface="Calibri"/>
                <a:sym typeface="Calibri"/>
              </a:defRPr>
            </a:lvl2pPr>
            <a:lvl3pPr indent="0" lvl="2" marL="0" algn="r">
              <a:lnSpc>
                <a:spcPct val="100000"/>
              </a:lnSpc>
              <a:spcBef>
                <a:spcPts val="0"/>
              </a:spcBef>
              <a:spcAft>
                <a:spcPts val="0"/>
              </a:spcAft>
              <a:buClr>
                <a:srgbClr val="898989"/>
              </a:buClr>
              <a:buSzPts val="900"/>
              <a:buNone/>
              <a:defRPr strike="noStrike">
                <a:latin typeface="Calibri"/>
                <a:ea typeface="Calibri"/>
                <a:cs typeface="Calibri"/>
                <a:sym typeface="Calibri"/>
              </a:defRPr>
            </a:lvl3pPr>
            <a:lvl4pPr indent="0" lvl="3" marL="0" algn="r">
              <a:lnSpc>
                <a:spcPct val="100000"/>
              </a:lnSpc>
              <a:spcBef>
                <a:spcPts val="0"/>
              </a:spcBef>
              <a:spcAft>
                <a:spcPts val="0"/>
              </a:spcAft>
              <a:buClr>
                <a:srgbClr val="898989"/>
              </a:buClr>
              <a:buSzPts val="900"/>
              <a:buNone/>
              <a:defRPr strike="noStrike">
                <a:latin typeface="Calibri"/>
                <a:ea typeface="Calibri"/>
                <a:cs typeface="Calibri"/>
                <a:sym typeface="Calibri"/>
              </a:defRPr>
            </a:lvl4pPr>
            <a:lvl5pPr indent="0" lvl="4" marL="0" algn="r">
              <a:lnSpc>
                <a:spcPct val="100000"/>
              </a:lnSpc>
              <a:spcBef>
                <a:spcPts val="0"/>
              </a:spcBef>
              <a:spcAft>
                <a:spcPts val="0"/>
              </a:spcAft>
              <a:buClr>
                <a:srgbClr val="898989"/>
              </a:buClr>
              <a:buSzPts val="900"/>
              <a:buNone/>
              <a:defRPr strike="noStrike">
                <a:latin typeface="Calibri"/>
                <a:ea typeface="Calibri"/>
                <a:cs typeface="Calibri"/>
                <a:sym typeface="Calibri"/>
              </a:defRPr>
            </a:lvl5pPr>
            <a:lvl6pPr indent="0" lvl="5" marL="0" algn="r">
              <a:lnSpc>
                <a:spcPct val="100000"/>
              </a:lnSpc>
              <a:spcBef>
                <a:spcPts val="0"/>
              </a:spcBef>
              <a:spcAft>
                <a:spcPts val="0"/>
              </a:spcAft>
              <a:buClr>
                <a:srgbClr val="898989"/>
              </a:buClr>
              <a:buSzPts val="900"/>
              <a:buNone/>
              <a:defRPr strike="noStrike">
                <a:latin typeface="Calibri"/>
                <a:ea typeface="Calibri"/>
                <a:cs typeface="Calibri"/>
                <a:sym typeface="Calibri"/>
              </a:defRPr>
            </a:lvl6pPr>
            <a:lvl7pPr indent="0" lvl="6" marL="0" algn="r">
              <a:lnSpc>
                <a:spcPct val="100000"/>
              </a:lnSpc>
              <a:spcBef>
                <a:spcPts val="0"/>
              </a:spcBef>
              <a:spcAft>
                <a:spcPts val="0"/>
              </a:spcAft>
              <a:buClr>
                <a:srgbClr val="898989"/>
              </a:buClr>
              <a:buSzPts val="900"/>
              <a:buNone/>
              <a:defRPr strike="noStrike">
                <a:latin typeface="Calibri"/>
                <a:ea typeface="Calibri"/>
                <a:cs typeface="Calibri"/>
                <a:sym typeface="Calibri"/>
              </a:defRPr>
            </a:lvl7pPr>
            <a:lvl8pPr indent="0" lvl="7" marL="0" algn="r">
              <a:lnSpc>
                <a:spcPct val="100000"/>
              </a:lnSpc>
              <a:spcBef>
                <a:spcPts val="0"/>
              </a:spcBef>
              <a:spcAft>
                <a:spcPts val="0"/>
              </a:spcAft>
              <a:buClr>
                <a:srgbClr val="898989"/>
              </a:buClr>
              <a:buSzPts val="900"/>
              <a:buNone/>
              <a:defRPr strike="noStrike">
                <a:latin typeface="Calibri"/>
                <a:ea typeface="Calibri"/>
                <a:cs typeface="Calibri"/>
                <a:sym typeface="Calibri"/>
              </a:defRPr>
            </a:lvl8pPr>
            <a:lvl9pPr indent="0" lvl="8" marL="0" algn="r">
              <a:lnSpc>
                <a:spcPct val="100000"/>
              </a:lnSpc>
              <a:spcBef>
                <a:spcPts val="0"/>
              </a:spcBef>
              <a:spcAft>
                <a:spcPts val="0"/>
              </a:spcAft>
              <a:buClr>
                <a:srgbClr val="898989"/>
              </a:buClr>
              <a:buSzPts val="900"/>
              <a:buNone/>
              <a:defRPr strike="noStrike">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ransition spd="slow">
    <p:push/>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rtl="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accent1"/>
                </a:solidFill>
                <a:latin typeface="Lato"/>
                <a:ea typeface="Lato"/>
                <a:cs typeface="Lato"/>
                <a:sym typeface="Lato"/>
              </a:defRPr>
            </a:lvl1pPr>
            <a:lvl2pPr lvl="1" rtl="0" algn="r">
              <a:buNone/>
              <a:defRPr sz="1000">
                <a:solidFill>
                  <a:schemeClr val="accent1"/>
                </a:solidFill>
                <a:latin typeface="Lato"/>
                <a:ea typeface="Lato"/>
                <a:cs typeface="Lato"/>
                <a:sym typeface="Lato"/>
              </a:defRPr>
            </a:lvl2pPr>
            <a:lvl3pPr lvl="2" rtl="0" algn="r">
              <a:buNone/>
              <a:defRPr sz="1000">
                <a:solidFill>
                  <a:schemeClr val="accent1"/>
                </a:solidFill>
                <a:latin typeface="Lato"/>
                <a:ea typeface="Lato"/>
                <a:cs typeface="Lato"/>
                <a:sym typeface="Lato"/>
              </a:defRPr>
            </a:lvl3pPr>
            <a:lvl4pPr lvl="3" rtl="0" algn="r">
              <a:buNone/>
              <a:defRPr sz="1000">
                <a:solidFill>
                  <a:schemeClr val="accent1"/>
                </a:solidFill>
                <a:latin typeface="Lato"/>
                <a:ea typeface="Lato"/>
                <a:cs typeface="Lato"/>
                <a:sym typeface="Lato"/>
              </a:defRPr>
            </a:lvl4pPr>
            <a:lvl5pPr lvl="4" rtl="0" algn="r">
              <a:buNone/>
              <a:defRPr sz="1000">
                <a:solidFill>
                  <a:schemeClr val="accent1"/>
                </a:solidFill>
                <a:latin typeface="Lato"/>
                <a:ea typeface="Lato"/>
                <a:cs typeface="Lato"/>
                <a:sym typeface="Lato"/>
              </a:defRPr>
            </a:lvl5pPr>
            <a:lvl6pPr lvl="5" rtl="0" algn="r">
              <a:buNone/>
              <a:defRPr sz="1000">
                <a:solidFill>
                  <a:schemeClr val="accent1"/>
                </a:solidFill>
                <a:latin typeface="Lato"/>
                <a:ea typeface="Lato"/>
                <a:cs typeface="Lato"/>
                <a:sym typeface="Lato"/>
              </a:defRPr>
            </a:lvl6pPr>
            <a:lvl7pPr lvl="6" rtl="0" algn="r">
              <a:buNone/>
              <a:defRPr sz="1000">
                <a:solidFill>
                  <a:schemeClr val="accent1"/>
                </a:solidFill>
                <a:latin typeface="Lato"/>
                <a:ea typeface="Lato"/>
                <a:cs typeface="Lato"/>
                <a:sym typeface="Lato"/>
              </a:defRPr>
            </a:lvl7pPr>
            <a:lvl8pPr lvl="7" rtl="0" algn="r">
              <a:buNone/>
              <a:defRPr sz="1000">
                <a:solidFill>
                  <a:schemeClr val="accent1"/>
                </a:solidFill>
                <a:latin typeface="Lato"/>
                <a:ea typeface="Lato"/>
                <a:cs typeface="Lato"/>
                <a:sym typeface="Lato"/>
              </a:defRPr>
            </a:lvl8pPr>
            <a:lvl9pPr lvl="8" rtl="0"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2" name="Shape 82"/>
        <p:cNvGrpSpPr/>
        <p:nvPr/>
      </p:nvGrpSpPr>
      <p:grpSpPr>
        <a:xfrm>
          <a:off x="0" y="0"/>
          <a:ext cx="0" cy="0"/>
          <a:chOff x="0" y="0"/>
          <a:chExt cx="0" cy="0"/>
        </a:xfrm>
      </p:grpSpPr>
      <p:sp>
        <p:nvSpPr>
          <p:cNvPr id="83" name="Google Shape;83;p13"/>
          <p:cNvSpPr/>
          <p:nvPr/>
        </p:nvSpPr>
        <p:spPr>
          <a:xfrm>
            <a:off x="0" y="1588"/>
            <a:ext cx="9144000" cy="5140325"/>
          </a:xfrm>
          <a:prstGeom prst="rect">
            <a:avLst/>
          </a:prstGeom>
          <a:solidFill>
            <a:srgbClr val="F0F0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cap="none" strike="noStrike">
              <a:solidFill>
                <a:srgbClr val="FFFFFF"/>
              </a:solidFill>
              <a:latin typeface="Calibri"/>
              <a:ea typeface="Calibri"/>
              <a:cs typeface="Calibri"/>
              <a:sym typeface="Calibri"/>
            </a:endParaRPr>
          </a:p>
        </p:txBody>
      </p:sp>
      <p:grpSp>
        <p:nvGrpSpPr>
          <p:cNvPr id="84" name="Google Shape;84;p13"/>
          <p:cNvGrpSpPr/>
          <p:nvPr/>
        </p:nvGrpSpPr>
        <p:grpSpPr>
          <a:xfrm>
            <a:off x="0" y="0"/>
            <a:ext cx="9144000" cy="5143500"/>
            <a:chOff x="0" y="0"/>
            <a:chExt cx="9144000" cy="5143501"/>
          </a:xfrm>
        </p:grpSpPr>
        <p:cxnSp>
          <p:nvCxnSpPr>
            <p:cNvPr id="85" name="Google Shape;85;p13"/>
            <p:cNvCxnSpPr/>
            <p:nvPr/>
          </p:nvCxnSpPr>
          <p:spPr>
            <a:xfrm flipH="1" rot="10800000">
              <a:off x="1521823" y="0"/>
              <a:ext cx="164918" cy="1047206"/>
            </a:xfrm>
            <a:prstGeom prst="straightConnector1">
              <a:avLst/>
            </a:prstGeom>
            <a:noFill/>
            <a:ln cap="flat" cmpd="sng" w="9525">
              <a:solidFill>
                <a:srgbClr val="CDCDCD"/>
              </a:solidFill>
              <a:prstDash val="dash"/>
              <a:round/>
              <a:headEnd len="sm" w="sm" type="none"/>
              <a:tailEnd len="sm" w="sm" type="none"/>
            </a:ln>
          </p:spPr>
        </p:cxnSp>
        <p:cxnSp>
          <p:nvCxnSpPr>
            <p:cNvPr id="86" name="Google Shape;86;p13"/>
            <p:cNvCxnSpPr/>
            <p:nvPr/>
          </p:nvCxnSpPr>
          <p:spPr>
            <a:xfrm flipH="1">
              <a:off x="0" y="1053737"/>
              <a:ext cx="1521823" cy="731519"/>
            </a:xfrm>
            <a:prstGeom prst="straightConnector1">
              <a:avLst/>
            </a:prstGeom>
            <a:noFill/>
            <a:ln cap="flat" cmpd="sng" w="9525">
              <a:solidFill>
                <a:srgbClr val="CDCDCD"/>
              </a:solidFill>
              <a:prstDash val="dash"/>
              <a:round/>
              <a:headEnd len="sm" w="sm" type="none"/>
              <a:tailEnd len="sm" w="sm" type="none"/>
            </a:ln>
          </p:spPr>
        </p:cxnSp>
        <p:cxnSp>
          <p:nvCxnSpPr>
            <p:cNvPr id="87" name="Google Shape;87;p13"/>
            <p:cNvCxnSpPr/>
            <p:nvPr/>
          </p:nvCxnSpPr>
          <p:spPr>
            <a:xfrm flipH="1" rot="10800000">
              <a:off x="1524000" y="16600"/>
              <a:ext cx="1049385" cy="1035507"/>
            </a:xfrm>
            <a:prstGeom prst="straightConnector1">
              <a:avLst/>
            </a:prstGeom>
            <a:noFill/>
            <a:ln cap="flat" cmpd="sng" w="9525">
              <a:solidFill>
                <a:srgbClr val="CDCDCD"/>
              </a:solidFill>
              <a:prstDash val="dash"/>
              <a:round/>
              <a:headEnd len="sm" w="sm" type="none"/>
              <a:tailEnd len="sm" w="sm" type="none"/>
            </a:ln>
          </p:spPr>
        </p:cxnSp>
        <p:cxnSp>
          <p:nvCxnSpPr>
            <p:cNvPr id="88" name="Google Shape;88;p13"/>
            <p:cNvCxnSpPr/>
            <p:nvPr/>
          </p:nvCxnSpPr>
          <p:spPr>
            <a:xfrm flipH="1">
              <a:off x="1526721" y="896983"/>
              <a:ext cx="1590949" cy="161109"/>
            </a:xfrm>
            <a:prstGeom prst="straightConnector1">
              <a:avLst/>
            </a:prstGeom>
            <a:noFill/>
            <a:ln cap="flat" cmpd="sng" w="9525">
              <a:solidFill>
                <a:srgbClr val="CDCDCD"/>
              </a:solidFill>
              <a:prstDash val="dash"/>
              <a:round/>
              <a:headEnd len="sm" w="sm" type="none"/>
              <a:tailEnd len="sm" w="sm" type="none"/>
            </a:ln>
          </p:spPr>
        </p:cxnSp>
        <p:cxnSp>
          <p:nvCxnSpPr>
            <p:cNvPr id="89" name="Google Shape;89;p13"/>
            <p:cNvCxnSpPr/>
            <p:nvPr/>
          </p:nvCxnSpPr>
          <p:spPr>
            <a:xfrm>
              <a:off x="1524000" y="1053737"/>
              <a:ext cx="224243" cy="1175656"/>
            </a:xfrm>
            <a:prstGeom prst="straightConnector1">
              <a:avLst/>
            </a:prstGeom>
            <a:noFill/>
            <a:ln cap="flat" cmpd="sng" w="9525">
              <a:solidFill>
                <a:srgbClr val="CDCDCD"/>
              </a:solidFill>
              <a:prstDash val="dash"/>
              <a:round/>
              <a:headEnd len="sm" w="sm" type="none"/>
              <a:tailEnd len="sm" w="sm" type="none"/>
            </a:ln>
          </p:spPr>
        </p:cxnSp>
        <p:cxnSp>
          <p:nvCxnSpPr>
            <p:cNvPr id="90" name="Google Shape;90;p13"/>
            <p:cNvCxnSpPr/>
            <p:nvPr/>
          </p:nvCxnSpPr>
          <p:spPr>
            <a:xfrm flipH="1" rot="10800000">
              <a:off x="1748244" y="896985"/>
              <a:ext cx="1369425" cy="1323698"/>
            </a:xfrm>
            <a:prstGeom prst="straightConnector1">
              <a:avLst/>
            </a:prstGeom>
            <a:noFill/>
            <a:ln cap="flat" cmpd="sng" w="9525">
              <a:solidFill>
                <a:srgbClr val="CDCDCD"/>
              </a:solidFill>
              <a:prstDash val="dash"/>
              <a:round/>
              <a:headEnd len="sm" w="sm" type="none"/>
              <a:tailEnd len="sm" w="sm" type="none"/>
            </a:ln>
          </p:spPr>
        </p:cxnSp>
        <p:cxnSp>
          <p:nvCxnSpPr>
            <p:cNvPr id="91" name="Google Shape;91;p13"/>
            <p:cNvCxnSpPr/>
            <p:nvPr/>
          </p:nvCxnSpPr>
          <p:spPr>
            <a:xfrm rot="10800000">
              <a:off x="1" y="1785257"/>
              <a:ext cx="1748242" cy="438149"/>
            </a:xfrm>
            <a:prstGeom prst="straightConnector1">
              <a:avLst/>
            </a:prstGeom>
            <a:noFill/>
            <a:ln cap="flat" cmpd="sng" w="9525">
              <a:solidFill>
                <a:srgbClr val="CDCDCD"/>
              </a:solidFill>
              <a:prstDash val="dash"/>
              <a:round/>
              <a:headEnd len="sm" w="sm" type="none"/>
              <a:tailEnd len="sm" w="sm" type="none"/>
            </a:ln>
          </p:spPr>
        </p:cxnSp>
        <p:cxnSp>
          <p:nvCxnSpPr>
            <p:cNvPr id="92" name="Google Shape;92;p13"/>
            <p:cNvCxnSpPr/>
            <p:nvPr/>
          </p:nvCxnSpPr>
          <p:spPr>
            <a:xfrm>
              <a:off x="1748245" y="2220685"/>
              <a:ext cx="1238795" cy="130629"/>
            </a:xfrm>
            <a:prstGeom prst="straightConnector1">
              <a:avLst/>
            </a:prstGeom>
            <a:noFill/>
            <a:ln cap="flat" cmpd="sng" w="9525">
              <a:solidFill>
                <a:srgbClr val="CDCDCD"/>
              </a:solidFill>
              <a:prstDash val="dash"/>
              <a:round/>
              <a:headEnd len="sm" w="sm" type="none"/>
              <a:tailEnd len="sm" w="sm" type="none"/>
            </a:ln>
          </p:spPr>
        </p:cxnSp>
        <p:cxnSp>
          <p:nvCxnSpPr>
            <p:cNvPr id="93" name="Google Shape;93;p13"/>
            <p:cNvCxnSpPr/>
            <p:nvPr/>
          </p:nvCxnSpPr>
          <p:spPr>
            <a:xfrm flipH="1">
              <a:off x="2743199" y="2342606"/>
              <a:ext cx="243841" cy="905691"/>
            </a:xfrm>
            <a:prstGeom prst="straightConnector1">
              <a:avLst/>
            </a:prstGeom>
            <a:noFill/>
            <a:ln cap="flat" cmpd="sng" w="9525">
              <a:solidFill>
                <a:srgbClr val="CDCDCD"/>
              </a:solidFill>
              <a:prstDash val="dash"/>
              <a:round/>
              <a:headEnd len="sm" w="sm" type="none"/>
              <a:tailEnd len="sm" w="sm" type="none"/>
            </a:ln>
          </p:spPr>
        </p:cxnSp>
        <p:cxnSp>
          <p:nvCxnSpPr>
            <p:cNvPr id="94" name="Google Shape;94;p13"/>
            <p:cNvCxnSpPr/>
            <p:nvPr/>
          </p:nvCxnSpPr>
          <p:spPr>
            <a:xfrm rot="10800000">
              <a:off x="1743891" y="2220684"/>
              <a:ext cx="999310" cy="1036324"/>
            </a:xfrm>
            <a:prstGeom prst="straightConnector1">
              <a:avLst/>
            </a:prstGeom>
            <a:noFill/>
            <a:ln cap="flat" cmpd="sng" w="9525">
              <a:solidFill>
                <a:srgbClr val="CDCDCD"/>
              </a:solidFill>
              <a:prstDash val="dash"/>
              <a:round/>
              <a:headEnd len="sm" w="sm" type="none"/>
              <a:tailEnd len="sm" w="sm" type="none"/>
            </a:ln>
          </p:spPr>
        </p:cxnSp>
        <p:cxnSp>
          <p:nvCxnSpPr>
            <p:cNvPr id="95" name="Google Shape;95;p13"/>
            <p:cNvCxnSpPr/>
            <p:nvPr/>
          </p:nvCxnSpPr>
          <p:spPr>
            <a:xfrm flipH="1">
              <a:off x="1741714" y="3248297"/>
              <a:ext cx="1001486" cy="853440"/>
            </a:xfrm>
            <a:prstGeom prst="straightConnector1">
              <a:avLst/>
            </a:prstGeom>
            <a:noFill/>
            <a:ln cap="flat" cmpd="sng" w="9525">
              <a:solidFill>
                <a:srgbClr val="CDCDCD"/>
              </a:solidFill>
              <a:prstDash val="dash"/>
              <a:round/>
              <a:headEnd len="sm" w="sm" type="none"/>
              <a:tailEnd len="sm" w="sm" type="none"/>
            </a:ln>
          </p:spPr>
        </p:cxnSp>
        <p:cxnSp>
          <p:nvCxnSpPr>
            <p:cNvPr id="96" name="Google Shape;96;p13"/>
            <p:cNvCxnSpPr/>
            <p:nvPr/>
          </p:nvCxnSpPr>
          <p:spPr>
            <a:xfrm flipH="1" rot="10800000">
              <a:off x="1741714" y="2223408"/>
              <a:ext cx="8706" cy="1878329"/>
            </a:xfrm>
            <a:prstGeom prst="straightConnector1">
              <a:avLst/>
            </a:prstGeom>
            <a:noFill/>
            <a:ln cap="flat" cmpd="sng" w="9525">
              <a:solidFill>
                <a:srgbClr val="CDCDCD"/>
              </a:solidFill>
              <a:prstDash val="dash"/>
              <a:round/>
              <a:headEnd len="sm" w="sm" type="none"/>
              <a:tailEnd len="sm" w="sm" type="none"/>
            </a:ln>
          </p:spPr>
        </p:cxnSp>
        <p:cxnSp>
          <p:nvCxnSpPr>
            <p:cNvPr id="97" name="Google Shape;97;p13"/>
            <p:cNvCxnSpPr/>
            <p:nvPr/>
          </p:nvCxnSpPr>
          <p:spPr>
            <a:xfrm flipH="1">
              <a:off x="681446" y="2225036"/>
              <a:ext cx="1068975" cy="750574"/>
            </a:xfrm>
            <a:prstGeom prst="straightConnector1">
              <a:avLst/>
            </a:prstGeom>
            <a:noFill/>
            <a:ln cap="flat" cmpd="sng" w="9525">
              <a:solidFill>
                <a:srgbClr val="CDCDCD"/>
              </a:solidFill>
              <a:prstDash val="dash"/>
              <a:round/>
              <a:headEnd len="sm" w="sm" type="none"/>
              <a:tailEnd len="sm" w="sm" type="none"/>
            </a:ln>
          </p:spPr>
        </p:cxnSp>
        <p:cxnSp>
          <p:nvCxnSpPr>
            <p:cNvPr id="98" name="Google Shape;98;p13"/>
            <p:cNvCxnSpPr/>
            <p:nvPr/>
          </p:nvCxnSpPr>
          <p:spPr>
            <a:xfrm>
              <a:off x="681446" y="2976154"/>
              <a:ext cx="1060268" cy="1116875"/>
            </a:xfrm>
            <a:prstGeom prst="straightConnector1">
              <a:avLst/>
            </a:prstGeom>
            <a:noFill/>
            <a:ln cap="flat" cmpd="sng" w="9525">
              <a:solidFill>
                <a:srgbClr val="CDCDCD"/>
              </a:solidFill>
              <a:prstDash val="dash"/>
              <a:round/>
              <a:headEnd len="sm" w="sm" type="none"/>
              <a:tailEnd len="sm" w="sm" type="none"/>
            </a:ln>
          </p:spPr>
        </p:cxnSp>
        <p:cxnSp>
          <p:nvCxnSpPr>
            <p:cNvPr id="99" name="Google Shape;99;p13"/>
            <p:cNvCxnSpPr/>
            <p:nvPr/>
          </p:nvCxnSpPr>
          <p:spPr>
            <a:xfrm rot="10800000">
              <a:off x="0" y="1785258"/>
              <a:ext cx="681445" cy="1188719"/>
            </a:xfrm>
            <a:prstGeom prst="straightConnector1">
              <a:avLst/>
            </a:prstGeom>
            <a:noFill/>
            <a:ln cap="flat" cmpd="sng" w="9525">
              <a:solidFill>
                <a:srgbClr val="CDCDCD"/>
              </a:solidFill>
              <a:prstDash val="dash"/>
              <a:round/>
              <a:headEnd len="sm" w="sm" type="none"/>
              <a:tailEnd len="sm" w="sm" type="none"/>
            </a:ln>
          </p:spPr>
        </p:cxnSp>
        <p:cxnSp>
          <p:nvCxnSpPr>
            <p:cNvPr id="100" name="Google Shape;100;p13"/>
            <p:cNvCxnSpPr/>
            <p:nvPr/>
          </p:nvCxnSpPr>
          <p:spPr>
            <a:xfrm flipH="1">
              <a:off x="0" y="2969623"/>
              <a:ext cx="681446" cy="1123406"/>
            </a:xfrm>
            <a:prstGeom prst="straightConnector1">
              <a:avLst/>
            </a:prstGeom>
            <a:noFill/>
            <a:ln cap="flat" cmpd="sng" w="9525">
              <a:solidFill>
                <a:srgbClr val="CDCDCD"/>
              </a:solidFill>
              <a:prstDash val="dash"/>
              <a:round/>
              <a:headEnd len="sm" w="sm" type="none"/>
              <a:tailEnd len="sm" w="sm" type="none"/>
            </a:ln>
          </p:spPr>
        </p:cxnSp>
        <p:cxnSp>
          <p:nvCxnSpPr>
            <p:cNvPr id="101" name="Google Shape;101;p13"/>
            <p:cNvCxnSpPr/>
            <p:nvPr/>
          </p:nvCxnSpPr>
          <p:spPr>
            <a:xfrm flipH="1">
              <a:off x="0" y="3966755"/>
              <a:ext cx="1009652" cy="134982"/>
            </a:xfrm>
            <a:prstGeom prst="straightConnector1">
              <a:avLst/>
            </a:prstGeom>
            <a:noFill/>
            <a:ln cap="flat" cmpd="sng" w="9525">
              <a:solidFill>
                <a:srgbClr val="CDCDCD"/>
              </a:solidFill>
              <a:prstDash val="dash"/>
              <a:round/>
              <a:headEnd len="sm" w="sm" type="none"/>
              <a:tailEnd len="sm" w="sm" type="none"/>
            </a:ln>
          </p:spPr>
        </p:cxnSp>
        <p:cxnSp>
          <p:nvCxnSpPr>
            <p:cNvPr id="102" name="Google Shape;102;p13"/>
            <p:cNvCxnSpPr/>
            <p:nvPr/>
          </p:nvCxnSpPr>
          <p:spPr>
            <a:xfrm flipH="1">
              <a:off x="905692" y="4101737"/>
              <a:ext cx="836022" cy="1041763"/>
            </a:xfrm>
            <a:prstGeom prst="straightConnector1">
              <a:avLst/>
            </a:prstGeom>
            <a:noFill/>
            <a:ln cap="flat" cmpd="sng" w="9525">
              <a:solidFill>
                <a:srgbClr val="CDCDCD"/>
              </a:solidFill>
              <a:prstDash val="dash"/>
              <a:round/>
              <a:headEnd len="sm" w="sm" type="none"/>
              <a:tailEnd len="sm" w="sm" type="none"/>
            </a:ln>
          </p:spPr>
        </p:cxnSp>
        <p:cxnSp>
          <p:nvCxnSpPr>
            <p:cNvPr id="103" name="Google Shape;103;p13"/>
            <p:cNvCxnSpPr/>
            <p:nvPr/>
          </p:nvCxnSpPr>
          <p:spPr>
            <a:xfrm rot="10800000">
              <a:off x="0" y="4101737"/>
              <a:ext cx="905691" cy="1041763"/>
            </a:xfrm>
            <a:prstGeom prst="straightConnector1">
              <a:avLst/>
            </a:prstGeom>
            <a:noFill/>
            <a:ln cap="flat" cmpd="sng" w="9525">
              <a:solidFill>
                <a:srgbClr val="CDCDCD"/>
              </a:solidFill>
              <a:prstDash val="dash"/>
              <a:round/>
              <a:headEnd len="sm" w="sm" type="none"/>
              <a:tailEnd len="sm" w="sm" type="none"/>
            </a:ln>
          </p:spPr>
        </p:cxnSp>
        <p:cxnSp>
          <p:nvCxnSpPr>
            <p:cNvPr id="104" name="Google Shape;104;p13"/>
            <p:cNvCxnSpPr/>
            <p:nvPr/>
          </p:nvCxnSpPr>
          <p:spPr>
            <a:xfrm>
              <a:off x="1741714" y="4093029"/>
              <a:ext cx="1175657" cy="391885"/>
            </a:xfrm>
            <a:prstGeom prst="straightConnector1">
              <a:avLst/>
            </a:prstGeom>
            <a:noFill/>
            <a:ln cap="flat" cmpd="sng" w="9525">
              <a:solidFill>
                <a:srgbClr val="CDCDCD"/>
              </a:solidFill>
              <a:prstDash val="dash"/>
              <a:round/>
              <a:headEnd len="sm" w="sm" type="none"/>
              <a:tailEnd len="sm" w="sm" type="none"/>
            </a:ln>
          </p:spPr>
        </p:cxnSp>
        <p:cxnSp>
          <p:nvCxnSpPr>
            <p:cNvPr id="105" name="Google Shape;105;p13"/>
            <p:cNvCxnSpPr/>
            <p:nvPr/>
          </p:nvCxnSpPr>
          <p:spPr>
            <a:xfrm rot="10800000">
              <a:off x="2741025" y="3257006"/>
              <a:ext cx="176347" cy="1227909"/>
            </a:xfrm>
            <a:prstGeom prst="straightConnector1">
              <a:avLst/>
            </a:prstGeom>
            <a:noFill/>
            <a:ln cap="flat" cmpd="sng" w="9525">
              <a:solidFill>
                <a:srgbClr val="CDCDCD"/>
              </a:solidFill>
              <a:prstDash val="dash"/>
              <a:round/>
              <a:headEnd len="sm" w="sm" type="none"/>
              <a:tailEnd len="sm" w="sm" type="none"/>
            </a:ln>
          </p:spPr>
        </p:cxnSp>
        <p:cxnSp>
          <p:nvCxnSpPr>
            <p:cNvPr id="106" name="Google Shape;106;p13"/>
            <p:cNvCxnSpPr/>
            <p:nvPr/>
          </p:nvCxnSpPr>
          <p:spPr>
            <a:xfrm flipH="1">
              <a:off x="2211977" y="4484914"/>
              <a:ext cx="705394" cy="658586"/>
            </a:xfrm>
            <a:prstGeom prst="straightConnector1">
              <a:avLst/>
            </a:prstGeom>
            <a:noFill/>
            <a:ln cap="flat" cmpd="sng" w="9525">
              <a:solidFill>
                <a:srgbClr val="CDCDCD"/>
              </a:solidFill>
              <a:prstDash val="dash"/>
              <a:round/>
              <a:headEnd len="sm" w="sm" type="none"/>
              <a:tailEnd len="sm" w="sm" type="none"/>
            </a:ln>
          </p:spPr>
        </p:cxnSp>
        <p:cxnSp>
          <p:nvCxnSpPr>
            <p:cNvPr id="107" name="Google Shape;107;p13"/>
            <p:cNvCxnSpPr/>
            <p:nvPr/>
          </p:nvCxnSpPr>
          <p:spPr>
            <a:xfrm rot="10800000">
              <a:off x="1741714" y="4101737"/>
              <a:ext cx="452846" cy="1041764"/>
            </a:xfrm>
            <a:prstGeom prst="straightConnector1">
              <a:avLst/>
            </a:prstGeom>
            <a:noFill/>
            <a:ln cap="flat" cmpd="sng" w="9525">
              <a:solidFill>
                <a:srgbClr val="CDCDCD"/>
              </a:solidFill>
              <a:prstDash val="dash"/>
              <a:round/>
              <a:headEnd len="sm" w="sm" type="none"/>
              <a:tailEnd len="sm" w="sm" type="none"/>
            </a:ln>
          </p:spPr>
        </p:cxnSp>
        <p:cxnSp>
          <p:nvCxnSpPr>
            <p:cNvPr id="108" name="Google Shape;108;p13"/>
            <p:cNvCxnSpPr/>
            <p:nvPr/>
          </p:nvCxnSpPr>
          <p:spPr>
            <a:xfrm flipH="1" rot="10800000">
              <a:off x="2917371" y="4093029"/>
              <a:ext cx="1175658" cy="391885"/>
            </a:xfrm>
            <a:prstGeom prst="straightConnector1">
              <a:avLst/>
            </a:prstGeom>
            <a:noFill/>
            <a:ln cap="flat" cmpd="sng" w="9525">
              <a:solidFill>
                <a:srgbClr val="CDCDCD"/>
              </a:solidFill>
              <a:prstDash val="dash"/>
              <a:round/>
              <a:headEnd len="sm" w="sm" type="none"/>
              <a:tailEnd len="sm" w="sm" type="none"/>
            </a:ln>
          </p:spPr>
        </p:cxnSp>
        <p:cxnSp>
          <p:nvCxnSpPr>
            <p:cNvPr id="109" name="Google Shape;109;p13"/>
            <p:cNvCxnSpPr/>
            <p:nvPr/>
          </p:nvCxnSpPr>
          <p:spPr>
            <a:xfrm>
              <a:off x="2917371" y="4484914"/>
              <a:ext cx="1654629" cy="658586"/>
            </a:xfrm>
            <a:prstGeom prst="straightConnector1">
              <a:avLst/>
            </a:prstGeom>
            <a:noFill/>
            <a:ln cap="flat" cmpd="sng" w="9525">
              <a:solidFill>
                <a:srgbClr val="CDCDCD"/>
              </a:solidFill>
              <a:prstDash val="dash"/>
              <a:round/>
              <a:headEnd len="sm" w="sm" type="none"/>
              <a:tailEnd len="sm" w="sm" type="none"/>
            </a:ln>
          </p:spPr>
        </p:cxnSp>
        <p:cxnSp>
          <p:nvCxnSpPr>
            <p:cNvPr id="110" name="Google Shape;110;p13"/>
            <p:cNvCxnSpPr/>
            <p:nvPr/>
          </p:nvCxnSpPr>
          <p:spPr>
            <a:xfrm>
              <a:off x="4093029" y="4101737"/>
              <a:ext cx="478971" cy="1041763"/>
            </a:xfrm>
            <a:prstGeom prst="straightConnector1">
              <a:avLst/>
            </a:prstGeom>
            <a:noFill/>
            <a:ln cap="flat" cmpd="sng" w="9525">
              <a:solidFill>
                <a:srgbClr val="CDCDCD"/>
              </a:solidFill>
              <a:prstDash val="dash"/>
              <a:round/>
              <a:headEnd len="sm" w="sm" type="none"/>
              <a:tailEnd len="sm" w="sm" type="none"/>
            </a:ln>
          </p:spPr>
        </p:cxnSp>
        <p:cxnSp>
          <p:nvCxnSpPr>
            <p:cNvPr id="111" name="Google Shape;111;p13"/>
            <p:cNvCxnSpPr/>
            <p:nvPr/>
          </p:nvCxnSpPr>
          <p:spPr>
            <a:xfrm rot="10800000">
              <a:off x="2743200" y="3257006"/>
              <a:ext cx="1349829" cy="844731"/>
            </a:xfrm>
            <a:prstGeom prst="straightConnector1">
              <a:avLst/>
            </a:prstGeom>
            <a:noFill/>
            <a:ln cap="flat" cmpd="sng" w="9525">
              <a:solidFill>
                <a:srgbClr val="CDCDCD"/>
              </a:solidFill>
              <a:prstDash val="dash"/>
              <a:round/>
              <a:headEnd len="sm" w="sm" type="none"/>
              <a:tailEnd len="sm" w="sm" type="none"/>
            </a:ln>
          </p:spPr>
        </p:cxnSp>
        <p:cxnSp>
          <p:nvCxnSpPr>
            <p:cNvPr id="112" name="Google Shape;112;p13"/>
            <p:cNvCxnSpPr/>
            <p:nvPr/>
          </p:nvCxnSpPr>
          <p:spPr>
            <a:xfrm flipH="1" rot="10800000">
              <a:off x="4093029" y="2690949"/>
              <a:ext cx="296091" cy="1410789"/>
            </a:xfrm>
            <a:prstGeom prst="straightConnector1">
              <a:avLst/>
            </a:prstGeom>
            <a:noFill/>
            <a:ln cap="flat" cmpd="sng" w="9525">
              <a:solidFill>
                <a:srgbClr val="CDCDCD"/>
              </a:solidFill>
              <a:prstDash val="dash"/>
              <a:round/>
              <a:headEnd len="sm" w="sm" type="none"/>
              <a:tailEnd len="sm" w="sm" type="none"/>
            </a:ln>
          </p:spPr>
        </p:cxnSp>
        <p:cxnSp>
          <p:nvCxnSpPr>
            <p:cNvPr id="113" name="Google Shape;113;p13"/>
            <p:cNvCxnSpPr/>
            <p:nvPr/>
          </p:nvCxnSpPr>
          <p:spPr>
            <a:xfrm flipH="1">
              <a:off x="2743200" y="2690949"/>
              <a:ext cx="1645920" cy="557348"/>
            </a:xfrm>
            <a:prstGeom prst="straightConnector1">
              <a:avLst/>
            </a:prstGeom>
            <a:noFill/>
            <a:ln cap="flat" cmpd="sng" w="9525">
              <a:solidFill>
                <a:srgbClr val="CDCDCD"/>
              </a:solidFill>
              <a:prstDash val="dash"/>
              <a:round/>
              <a:headEnd len="sm" w="sm" type="none"/>
              <a:tailEnd len="sm" w="sm" type="none"/>
            </a:ln>
          </p:spPr>
        </p:cxnSp>
        <p:cxnSp>
          <p:nvCxnSpPr>
            <p:cNvPr id="114" name="Google Shape;114;p13"/>
            <p:cNvCxnSpPr/>
            <p:nvPr/>
          </p:nvCxnSpPr>
          <p:spPr>
            <a:xfrm>
              <a:off x="2987040" y="2351314"/>
              <a:ext cx="1402080" cy="339635"/>
            </a:xfrm>
            <a:prstGeom prst="straightConnector1">
              <a:avLst/>
            </a:prstGeom>
            <a:noFill/>
            <a:ln cap="flat" cmpd="sng" w="9525">
              <a:solidFill>
                <a:srgbClr val="CDCDCD"/>
              </a:solidFill>
              <a:prstDash val="dash"/>
              <a:round/>
              <a:headEnd len="sm" w="sm" type="none"/>
              <a:tailEnd len="sm" w="sm" type="none"/>
            </a:ln>
          </p:spPr>
        </p:cxnSp>
        <p:cxnSp>
          <p:nvCxnSpPr>
            <p:cNvPr id="115" name="Google Shape;115;p13"/>
            <p:cNvCxnSpPr/>
            <p:nvPr/>
          </p:nvCxnSpPr>
          <p:spPr>
            <a:xfrm flipH="1" rot="10800000">
              <a:off x="2987040" y="896983"/>
              <a:ext cx="130629" cy="1445623"/>
            </a:xfrm>
            <a:prstGeom prst="straightConnector1">
              <a:avLst/>
            </a:prstGeom>
            <a:noFill/>
            <a:ln cap="flat" cmpd="sng" w="9525">
              <a:solidFill>
                <a:srgbClr val="CDCDCD"/>
              </a:solidFill>
              <a:prstDash val="dash"/>
              <a:round/>
              <a:headEnd len="sm" w="sm" type="none"/>
              <a:tailEnd len="sm" w="sm" type="none"/>
            </a:ln>
          </p:spPr>
        </p:cxnSp>
        <p:cxnSp>
          <p:nvCxnSpPr>
            <p:cNvPr id="116" name="Google Shape;116;p13"/>
            <p:cNvCxnSpPr/>
            <p:nvPr/>
          </p:nvCxnSpPr>
          <p:spPr>
            <a:xfrm flipH="1" rot="10800000">
              <a:off x="2987040" y="1402080"/>
              <a:ext cx="1227909" cy="949234"/>
            </a:xfrm>
            <a:prstGeom prst="straightConnector1">
              <a:avLst/>
            </a:prstGeom>
            <a:noFill/>
            <a:ln cap="flat" cmpd="sng" w="9525">
              <a:solidFill>
                <a:srgbClr val="CDCDCD"/>
              </a:solidFill>
              <a:prstDash val="dash"/>
              <a:round/>
              <a:headEnd len="sm" w="sm" type="none"/>
              <a:tailEnd len="sm" w="sm" type="none"/>
            </a:ln>
          </p:spPr>
        </p:cxnSp>
        <p:cxnSp>
          <p:nvCxnSpPr>
            <p:cNvPr id="117" name="Google Shape;117;p13"/>
            <p:cNvCxnSpPr/>
            <p:nvPr/>
          </p:nvCxnSpPr>
          <p:spPr>
            <a:xfrm>
              <a:off x="4214949" y="1402080"/>
              <a:ext cx="174171" cy="1288869"/>
            </a:xfrm>
            <a:prstGeom prst="straightConnector1">
              <a:avLst/>
            </a:prstGeom>
            <a:noFill/>
            <a:ln cap="flat" cmpd="sng" w="9525">
              <a:solidFill>
                <a:srgbClr val="CDCDCD"/>
              </a:solidFill>
              <a:prstDash val="dash"/>
              <a:round/>
              <a:headEnd len="sm" w="sm" type="none"/>
              <a:tailEnd len="sm" w="sm" type="none"/>
            </a:ln>
          </p:spPr>
        </p:cxnSp>
        <p:cxnSp>
          <p:nvCxnSpPr>
            <p:cNvPr id="118" name="Google Shape;118;p13"/>
            <p:cNvCxnSpPr/>
            <p:nvPr/>
          </p:nvCxnSpPr>
          <p:spPr>
            <a:xfrm rot="10800000">
              <a:off x="3117669" y="896983"/>
              <a:ext cx="1097280" cy="505097"/>
            </a:xfrm>
            <a:prstGeom prst="straightConnector1">
              <a:avLst/>
            </a:prstGeom>
            <a:noFill/>
            <a:ln cap="flat" cmpd="sng" w="9525">
              <a:solidFill>
                <a:srgbClr val="CDCDCD"/>
              </a:solidFill>
              <a:prstDash val="dash"/>
              <a:round/>
              <a:headEnd len="sm" w="sm" type="none"/>
              <a:tailEnd len="sm" w="sm" type="none"/>
            </a:ln>
          </p:spPr>
        </p:cxnSp>
        <p:cxnSp>
          <p:nvCxnSpPr>
            <p:cNvPr id="119" name="Google Shape;119;p13"/>
            <p:cNvCxnSpPr/>
            <p:nvPr/>
          </p:nvCxnSpPr>
          <p:spPr>
            <a:xfrm rot="10800000">
              <a:off x="2569029" y="0"/>
              <a:ext cx="548640" cy="896983"/>
            </a:xfrm>
            <a:prstGeom prst="straightConnector1">
              <a:avLst/>
            </a:prstGeom>
            <a:noFill/>
            <a:ln cap="flat" cmpd="sng" w="9525">
              <a:solidFill>
                <a:srgbClr val="CDCDCD"/>
              </a:solidFill>
              <a:prstDash val="dash"/>
              <a:round/>
              <a:headEnd len="sm" w="sm" type="none"/>
              <a:tailEnd len="sm" w="sm" type="none"/>
            </a:ln>
          </p:spPr>
        </p:cxnSp>
        <p:cxnSp>
          <p:nvCxnSpPr>
            <p:cNvPr id="120" name="Google Shape;120;p13"/>
            <p:cNvCxnSpPr/>
            <p:nvPr/>
          </p:nvCxnSpPr>
          <p:spPr>
            <a:xfrm flipH="1" rot="10800000">
              <a:off x="3117668" y="1"/>
              <a:ext cx="1454332" cy="881742"/>
            </a:xfrm>
            <a:prstGeom prst="straightConnector1">
              <a:avLst/>
            </a:prstGeom>
            <a:noFill/>
            <a:ln cap="flat" cmpd="sng" w="9525">
              <a:solidFill>
                <a:srgbClr val="CDCDCD"/>
              </a:solidFill>
              <a:prstDash val="dash"/>
              <a:round/>
              <a:headEnd len="sm" w="sm" type="none"/>
              <a:tailEnd len="sm" w="sm" type="none"/>
            </a:ln>
          </p:spPr>
        </p:cxnSp>
        <p:cxnSp>
          <p:nvCxnSpPr>
            <p:cNvPr id="121" name="Google Shape;121;p13"/>
            <p:cNvCxnSpPr/>
            <p:nvPr/>
          </p:nvCxnSpPr>
          <p:spPr>
            <a:xfrm flipH="1" rot="10800000">
              <a:off x="4214949" y="0"/>
              <a:ext cx="357051" cy="1402080"/>
            </a:xfrm>
            <a:prstGeom prst="straightConnector1">
              <a:avLst/>
            </a:prstGeom>
            <a:noFill/>
            <a:ln cap="flat" cmpd="sng" w="9525">
              <a:solidFill>
                <a:srgbClr val="CDCDCD"/>
              </a:solidFill>
              <a:prstDash val="dash"/>
              <a:round/>
              <a:headEnd len="sm" w="sm" type="none"/>
              <a:tailEnd len="sm" w="sm" type="none"/>
            </a:ln>
          </p:spPr>
        </p:cxnSp>
        <p:cxnSp>
          <p:nvCxnSpPr>
            <p:cNvPr id="122" name="Google Shape;122;p13"/>
            <p:cNvCxnSpPr/>
            <p:nvPr/>
          </p:nvCxnSpPr>
          <p:spPr>
            <a:xfrm>
              <a:off x="4572000" y="0"/>
              <a:ext cx="1201783" cy="618309"/>
            </a:xfrm>
            <a:prstGeom prst="straightConnector1">
              <a:avLst/>
            </a:prstGeom>
            <a:noFill/>
            <a:ln cap="flat" cmpd="sng" w="9525">
              <a:solidFill>
                <a:srgbClr val="CDCDCD"/>
              </a:solidFill>
              <a:prstDash val="dash"/>
              <a:round/>
              <a:headEnd len="sm" w="sm" type="none"/>
              <a:tailEnd len="sm" w="sm" type="none"/>
            </a:ln>
          </p:spPr>
        </p:cxnSp>
        <p:cxnSp>
          <p:nvCxnSpPr>
            <p:cNvPr id="123" name="Google Shape;123;p13"/>
            <p:cNvCxnSpPr/>
            <p:nvPr/>
          </p:nvCxnSpPr>
          <p:spPr>
            <a:xfrm flipH="1">
              <a:off x="4214949" y="618309"/>
              <a:ext cx="1558834" cy="783771"/>
            </a:xfrm>
            <a:prstGeom prst="straightConnector1">
              <a:avLst/>
            </a:prstGeom>
            <a:noFill/>
            <a:ln cap="flat" cmpd="sng" w="9525">
              <a:solidFill>
                <a:srgbClr val="CDCDCD"/>
              </a:solidFill>
              <a:prstDash val="dash"/>
              <a:round/>
              <a:headEnd len="sm" w="sm" type="none"/>
              <a:tailEnd len="sm" w="sm" type="none"/>
            </a:ln>
          </p:spPr>
        </p:cxnSp>
        <p:cxnSp>
          <p:nvCxnSpPr>
            <p:cNvPr id="124" name="Google Shape;124;p13"/>
            <p:cNvCxnSpPr/>
            <p:nvPr/>
          </p:nvCxnSpPr>
          <p:spPr>
            <a:xfrm flipH="1">
              <a:off x="5503818" y="618309"/>
              <a:ext cx="269965" cy="1105988"/>
            </a:xfrm>
            <a:prstGeom prst="straightConnector1">
              <a:avLst/>
            </a:prstGeom>
            <a:noFill/>
            <a:ln cap="flat" cmpd="sng" w="9525">
              <a:solidFill>
                <a:srgbClr val="CDCDCD"/>
              </a:solidFill>
              <a:prstDash val="dash"/>
              <a:round/>
              <a:headEnd len="sm" w="sm" type="none"/>
              <a:tailEnd len="sm" w="sm" type="none"/>
            </a:ln>
          </p:spPr>
        </p:cxnSp>
        <p:cxnSp>
          <p:nvCxnSpPr>
            <p:cNvPr id="125" name="Google Shape;125;p13"/>
            <p:cNvCxnSpPr/>
            <p:nvPr/>
          </p:nvCxnSpPr>
          <p:spPr>
            <a:xfrm rot="10800000">
              <a:off x="4214950" y="1402081"/>
              <a:ext cx="1288868" cy="322216"/>
            </a:xfrm>
            <a:prstGeom prst="straightConnector1">
              <a:avLst/>
            </a:prstGeom>
            <a:noFill/>
            <a:ln cap="flat" cmpd="sng" w="9525">
              <a:solidFill>
                <a:srgbClr val="CDCDCD"/>
              </a:solidFill>
              <a:prstDash val="dash"/>
              <a:round/>
              <a:headEnd len="sm" w="sm" type="none"/>
              <a:tailEnd len="sm" w="sm" type="none"/>
            </a:ln>
          </p:spPr>
        </p:cxnSp>
        <p:cxnSp>
          <p:nvCxnSpPr>
            <p:cNvPr id="126" name="Google Shape;126;p13"/>
            <p:cNvCxnSpPr/>
            <p:nvPr/>
          </p:nvCxnSpPr>
          <p:spPr>
            <a:xfrm flipH="1">
              <a:off x="4389120" y="1733006"/>
              <a:ext cx="1105989" cy="957943"/>
            </a:xfrm>
            <a:prstGeom prst="straightConnector1">
              <a:avLst/>
            </a:prstGeom>
            <a:noFill/>
            <a:ln cap="flat" cmpd="sng" w="9525">
              <a:solidFill>
                <a:srgbClr val="CDCDCD"/>
              </a:solidFill>
              <a:prstDash val="dash"/>
              <a:round/>
              <a:headEnd len="sm" w="sm" type="none"/>
              <a:tailEnd len="sm" w="sm" type="none"/>
            </a:ln>
          </p:spPr>
        </p:cxnSp>
        <p:cxnSp>
          <p:nvCxnSpPr>
            <p:cNvPr id="127" name="Google Shape;127;p13"/>
            <p:cNvCxnSpPr/>
            <p:nvPr/>
          </p:nvCxnSpPr>
          <p:spPr>
            <a:xfrm>
              <a:off x="4389120" y="2690949"/>
              <a:ext cx="1384663" cy="627017"/>
            </a:xfrm>
            <a:prstGeom prst="straightConnector1">
              <a:avLst/>
            </a:prstGeom>
            <a:noFill/>
            <a:ln cap="flat" cmpd="sng" w="9525">
              <a:solidFill>
                <a:srgbClr val="CDCDCD"/>
              </a:solidFill>
              <a:prstDash val="dash"/>
              <a:round/>
              <a:headEnd len="sm" w="sm" type="none"/>
              <a:tailEnd len="sm" w="sm" type="none"/>
            </a:ln>
          </p:spPr>
        </p:cxnSp>
        <p:cxnSp>
          <p:nvCxnSpPr>
            <p:cNvPr id="128" name="Google Shape;128;p13"/>
            <p:cNvCxnSpPr/>
            <p:nvPr/>
          </p:nvCxnSpPr>
          <p:spPr>
            <a:xfrm rot="10800000">
              <a:off x="5512525" y="1724297"/>
              <a:ext cx="261259" cy="1593670"/>
            </a:xfrm>
            <a:prstGeom prst="straightConnector1">
              <a:avLst/>
            </a:prstGeom>
            <a:noFill/>
            <a:ln cap="flat" cmpd="sng" w="9525">
              <a:solidFill>
                <a:srgbClr val="CDCDCD"/>
              </a:solidFill>
              <a:prstDash val="dash"/>
              <a:round/>
              <a:headEnd len="sm" w="sm" type="none"/>
              <a:tailEnd len="sm" w="sm" type="none"/>
            </a:ln>
          </p:spPr>
        </p:cxnSp>
        <p:cxnSp>
          <p:nvCxnSpPr>
            <p:cNvPr id="129" name="Google Shape;129;p13"/>
            <p:cNvCxnSpPr/>
            <p:nvPr/>
          </p:nvCxnSpPr>
          <p:spPr>
            <a:xfrm flipH="1">
              <a:off x="5267325" y="3317966"/>
              <a:ext cx="506459" cy="914397"/>
            </a:xfrm>
            <a:prstGeom prst="straightConnector1">
              <a:avLst/>
            </a:prstGeom>
            <a:noFill/>
            <a:ln cap="flat" cmpd="sng" w="9525">
              <a:solidFill>
                <a:srgbClr val="CDCDCD"/>
              </a:solidFill>
              <a:prstDash val="dash"/>
              <a:round/>
              <a:headEnd len="sm" w="sm" type="none"/>
              <a:tailEnd len="sm" w="sm" type="none"/>
            </a:ln>
          </p:spPr>
        </p:cxnSp>
        <p:cxnSp>
          <p:nvCxnSpPr>
            <p:cNvPr id="130" name="Google Shape;130;p13"/>
            <p:cNvCxnSpPr/>
            <p:nvPr/>
          </p:nvCxnSpPr>
          <p:spPr>
            <a:xfrm rot="10800000">
              <a:off x="4093030" y="4101737"/>
              <a:ext cx="1174295" cy="130628"/>
            </a:xfrm>
            <a:prstGeom prst="straightConnector1">
              <a:avLst/>
            </a:prstGeom>
            <a:noFill/>
            <a:ln cap="flat" cmpd="sng" w="9525">
              <a:solidFill>
                <a:srgbClr val="CDCDCD"/>
              </a:solidFill>
              <a:prstDash val="dash"/>
              <a:round/>
              <a:headEnd len="sm" w="sm" type="none"/>
              <a:tailEnd len="sm" w="sm" type="none"/>
            </a:ln>
          </p:spPr>
        </p:cxnSp>
        <p:cxnSp>
          <p:nvCxnSpPr>
            <p:cNvPr id="131" name="Google Shape;131;p13"/>
            <p:cNvCxnSpPr/>
            <p:nvPr/>
          </p:nvCxnSpPr>
          <p:spPr>
            <a:xfrm flipH="1">
              <a:off x="4572000" y="4232365"/>
              <a:ext cx="695325" cy="911135"/>
            </a:xfrm>
            <a:prstGeom prst="straightConnector1">
              <a:avLst/>
            </a:prstGeom>
            <a:noFill/>
            <a:ln cap="flat" cmpd="sng" w="9525">
              <a:solidFill>
                <a:srgbClr val="CDCDCD"/>
              </a:solidFill>
              <a:prstDash val="dash"/>
              <a:round/>
              <a:headEnd len="sm" w="sm" type="none"/>
              <a:tailEnd len="sm" w="sm" type="none"/>
            </a:ln>
          </p:spPr>
        </p:cxnSp>
        <p:cxnSp>
          <p:nvCxnSpPr>
            <p:cNvPr id="132" name="Google Shape;132;p13"/>
            <p:cNvCxnSpPr/>
            <p:nvPr/>
          </p:nvCxnSpPr>
          <p:spPr>
            <a:xfrm flipH="1" rot="10800000">
              <a:off x="5773783" y="0"/>
              <a:ext cx="269966" cy="618309"/>
            </a:xfrm>
            <a:prstGeom prst="straightConnector1">
              <a:avLst/>
            </a:prstGeom>
            <a:noFill/>
            <a:ln cap="flat" cmpd="sng" w="9525">
              <a:solidFill>
                <a:srgbClr val="CDCDCD"/>
              </a:solidFill>
              <a:prstDash val="dash"/>
              <a:round/>
              <a:headEnd len="sm" w="sm" type="none"/>
              <a:tailEnd len="sm" w="sm" type="none"/>
            </a:ln>
          </p:spPr>
        </p:cxnSp>
        <p:cxnSp>
          <p:nvCxnSpPr>
            <p:cNvPr id="133" name="Google Shape;133;p13"/>
            <p:cNvCxnSpPr/>
            <p:nvPr/>
          </p:nvCxnSpPr>
          <p:spPr>
            <a:xfrm rot="10800000">
              <a:off x="5773783" y="618309"/>
              <a:ext cx="1454331" cy="783771"/>
            </a:xfrm>
            <a:prstGeom prst="straightConnector1">
              <a:avLst/>
            </a:prstGeom>
            <a:noFill/>
            <a:ln cap="flat" cmpd="sng" w="9525">
              <a:solidFill>
                <a:srgbClr val="CDCDCD"/>
              </a:solidFill>
              <a:prstDash val="dash"/>
              <a:round/>
              <a:headEnd len="sm" w="sm" type="none"/>
              <a:tailEnd len="sm" w="sm" type="none"/>
            </a:ln>
          </p:spPr>
        </p:cxnSp>
        <p:cxnSp>
          <p:nvCxnSpPr>
            <p:cNvPr id="134" name="Google Shape;134;p13"/>
            <p:cNvCxnSpPr/>
            <p:nvPr/>
          </p:nvCxnSpPr>
          <p:spPr>
            <a:xfrm flipH="1">
              <a:off x="5512525" y="1402080"/>
              <a:ext cx="1698172" cy="317863"/>
            </a:xfrm>
            <a:prstGeom prst="straightConnector1">
              <a:avLst/>
            </a:prstGeom>
            <a:noFill/>
            <a:ln cap="flat" cmpd="sng" w="9525">
              <a:solidFill>
                <a:srgbClr val="CDCDCD"/>
              </a:solidFill>
              <a:prstDash val="dash"/>
              <a:round/>
              <a:headEnd len="sm" w="sm" type="none"/>
              <a:tailEnd len="sm" w="sm" type="none"/>
            </a:ln>
          </p:spPr>
        </p:cxnSp>
        <p:cxnSp>
          <p:nvCxnSpPr>
            <p:cNvPr id="135" name="Google Shape;135;p13"/>
            <p:cNvCxnSpPr/>
            <p:nvPr/>
          </p:nvCxnSpPr>
          <p:spPr>
            <a:xfrm flipH="1" rot="10800000">
              <a:off x="5773783" y="2455817"/>
              <a:ext cx="1158240" cy="862150"/>
            </a:xfrm>
            <a:prstGeom prst="straightConnector1">
              <a:avLst/>
            </a:prstGeom>
            <a:noFill/>
            <a:ln cap="flat" cmpd="sng" w="9525">
              <a:solidFill>
                <a:srgbClr val="CDCDCD"/>
              </a:solidFill>
              <a:prstDash val="dash"/>
              <a:round/>
              <a:headEnd len="sm" w="sm" type="none"/>
              <a:tailEnd len="sm" w="sm" type="none"/>
            </a:ln>
          </p:spPr>
        </p:cxnSp>
        <p:cxnSp>
          <p:nvCxnSpPr>
            <p:cNvPr id="136" name="Google Shape;136;p13"/>
            <p:cNvCxnSpPr/>
            <p:nvPr/>
          </p:nvCxnSpPr>
          <p:spPr>
            <a:xfrm flipH="1" rot="10800000">
              <a:off x="6932023" y="1402080"/>
              <a:ext cx="278674" cy="1053737"/>
            </a:xfrm>
            <a:prstGeom prst="straightConnector1">
              <a:avLst/>
            </a:prstGeom>
            <a:noFill/>
            <a:ln cap="flat" cmpd="sng" w="9525">
              <a:solidFill>
                <a:srgbClr val="CDCDCD"/>
              </a:solidFill>
              <a:prstDash val="dash"/>
              <a:round/>
              <a:headEnd len="sm" w="sm" type="none"/>
              <a:tailEnd len="sm" w="sm" type="none"/>
            </a:ln>
          </p:spPr>
        </p:cxnSp>
        <p:cxnSp>
          <p:nvCxnSpPr>
            <p:cNvPr id="137" name="Google Shape;137;p13"/>
            <p:cNvCxnSpPr/>
            <p:nvPr/>
          </p:nvCxnSpPr>
          <p:spPr>
            <a:xfrm>
              <a:off x="6932023" y="2455817"/>
              <a:ext cx="296091" cy="882287"/>
            </a:xfrm>
            <a:prstGeom prst="straightConnector1">
              <a:avLst/>
            </a:prstGeom>
            <a:noFill/>
            <a:ln cap="flat" cmpd="sng" w="9525">
              <a:solidFill>
                <a:srgbClr val="CDCDCD"/>
              </a:solidFill>
              <a:prstDash val="dash"/>
              <a:round/>
              <a:headEnd len="sm" w="sm" type="none"/>
              <a:tailEnd len="sm" w="sm" type="none"/>
            </a:ln>
          </p:spPr>
        </p:cxnSp>
        <p:cxnSp>
          <p:nvCxnSpPr>
            <p:cNvPr id="138" name="Google Shape;138;p13"/>
            <p:cNvCxnSpPr/>
            <p:nvPr/>
          </p:nvCxnSpPr>
          <p:spPr>
            <a:xfrm rot="10800000">
              <a:off x="5773784" y="3317967"/>
              <a:ext cx="1445623" cy="11429"/>
            </a:xfrm>
            <a:prstGeom prst="straightConnector1">
              <a:avLst/>
            </a:prstGeom>
            <a:noFill/>
            <a:ln cap="flat" cmpd="sng" w="9525">
              <a:solidFill>
                <a:srgbClr val="CDCDCD"/>
              </a:solidFill>
              <a:prstDash val="dash"/>
              <a:round/>
              <a:headEnd len="sm" w="sm" type="none"/>
              <a:tailEnd len="sm" w="sm" type="none"/>
            </a:ln>
          </p:spPr>
        </p:cxnSp>
        <p:cxnSp>
          <p:nvCxnSpPr>
            <p:cNvPr id="139" name="Google Shape;139;p13"/>
            <p:cNvCxnSpPr/>
            <p:nvPr/>
          </p:nvCxnSpPr>
          <p:spPr>
            <a:xfrm rot="10800000">
              <a:off x="5782490" y="3325110"/>
              <a:ext cx="1149533" cy="1029177"/>
            </a:xfrm>
            <a:prstGeom prst="straightConnector1">
              <a:avLst/>
            </a:prstGeom>
            <a:noFill/>
            <a:ln cap="flat" cmpd="sng" w="9525">
              <a:solidFill>
                <a:srgbClr val="CDCDCD"/>
              </a:solidFill>
              <a:prstDash val="dash"/>
              <a:round/>
              <a:headEnd len="sm" w="sm" type="none"/>
              <a:tailEnd len="sm" w="sm" type="none"/>
            </a:ln>
          </p:spPr>
        </p:cxnSp>
        <p:cxnSp>
          <p:nvCxnSpPr>
            <p:cNvPr id="140" name="Google Shape;140;p13"/>
            <p:cNvCxnSpPr/>
            <p:nvPr/>
          </p:nvCxnSpPr>
          <p:spPr>
            <a:xfrm>
              <a:off x="5276031" y="4232363"/>
              <a:ext cx="1203146" cy="911137"/>
            </a:xfrm>
            <a:prstGeom prst="straightConnector1">
              <a:avLst/>
            </a:prstGeom>
            <a:noFill/>
            <a:ln cap="flat" cmpd="sng" w="9525">
              <a:solidFill>
                <a:srgbClr val="CDCDCD"/>
              </a:solidFill>
              <a:prstDash val="dash"/>
              <a:round/>
              <a:headEnd len="sm" w="sm" type="none"/>
              <a:tailEnd len="sm" w="sm" type="none"/>
            </a:ln>
          </p:spPr>
        </p:cxnSp>
        <p:cxnSp>
          <p:nvCxnSpPr>
            <p:cNvPr id="141" name="Google Shape;141;p13"/>
            <p:cNvCxnSpPr/>
            <p:nvPr/>
          </p:nvCxnSpPr>
          <p:spPr>
            <a:xfrm flipH="1" rot="10800000">
              <a:off x="6479177" y="4362994"/>
              <a:ext cx="452846" cy="780506"/>
            </a:xfrm>
            <a:prstGeom prst="straightConnector1">
              <a:avLst/>
            </a:prstGeom>
            <a:noFill/>
            <a:ln cap="flat" cmpd="sng" w="9525">
              <a:solidFill>
                <a:srgbClr val="CDCDCD"/>
              </a:solidFill>
              <a:prstDash val="dash"/>
              <a:round/>
              <a:headEnd len="sm" w="sm" type="none"/>
              <a:tailEnd len="sm" w="sm" type="none"/>
            </a:ln>
          </p:spPr>
        </p:cxnSp>
        <p:cxnSp>
          <p:nvCxnSpPr>
            <p:cNvPr id="142" name="Google Shape;142;p13"/>
            <p:cNvCxnSpPr/>
            <p:nvPr/>
          </p:nvCxnSpPr>
          <p:spPr>
            <a:xfrm rot="10800000">
              <a:off x="5267325" y="4223659"/>
              <a:ext cx="1664699" cy="139336"/>
            </a:xfrm>
            <a:prstGeom prst="straightConnector1">
              <a:avLst/>
            </a:prstGeom>
            <a:noFill/>
            <a:ln cap="flat" cmpd="sng" w="9525">
              <a:solidFill>
                <a:srgbClr val="CDCDCD"/>
              </a:solidFill>
              <a:prstDash val="dash"/>
              <a:round/>
              <a:headEnd len="sm" w="sm" type="none"/>
              <a:tailEnd len="sm" w="sm" type="none"/>
            </a:ln>
          </p:spPr>
        </p:cxnSp>
        <p:cxnSp>
          <p:nvCxnSpPr>
            <p:cNvPr id="143" name="Google Shape;143;p13"/>
            <p:cNvCxnSpPr/>
            <p:nvPr/>
          </p:nvCxnSpPr>
          <p:spPr>
            <a:xfrm flipH="1" rot="10800000">
              <a:off x="6932023" y="3329394"/>
              <a:ext cx="296091" cy="1033602"/>
            </a:xfrm>
            <a:prstGeom prst="straightConnector1">
              <a:avLst/>
            </a:prstGeom>
            <a:noFill/>
            <a:ln cap="flat" cmpd="sng" w="9525">
              <a:solidFill>
                <a:srgbClr val="CDCDCD"/>
              </a:solidFill>
              <a:prstDash val="dash"/>
              <a:round/>
              <a:headEnd len="sm" w="sm" type="none"/>
              <a:tailEnd len="sm" w="sm" type="none"/>
            </a:ln>
          </p:spPr>
        </p:cxnSp>
        <p:cxnSp>
          <p:nvCxnSpPr>
            <p:cNvPr id="144" name="Google Shape;144;p13"/>
            <p:cNvCxnSpPr/>
            <p:nvPr/>
          </p:nvCxnSpPr>
          <p:spPr>
            <a:xfrm>
              <a:off x="6932023" y="4362994"/>
              <a:ext cx="1045028" cy="780506"/>
            </a:xfrm>
            <a:prstGeom prst="straightConnector1">
              <a:avLst/>
            </a:prstGeom>
            <a:noFill/>
            <a:ln cap="flat" cmpd="sng" w="9525">
              <a:solidFill>
                <a:srgbClr val="CDCDCD"/>
              </a:solidFill>
              <a:prstDash val="dash"/>
              <a:round/>
              <a:headEnd len="sm" w="sm" type="none"/>
              <a:tailEnd len="sm" w="sm" type="none"/>
            </a:ln>
          </p:spPr>
        </p:cxnSp>
        <p:cxnSp>
          <p:nvCxnSpPr>
            <p:cNvPr id="145" name="Google Shape;145;p13"/>
            <p:cNvCxnSpPr/>
            <p:nvPr/>
          </p:nvCxnSpPr>
          <p:spPr>
            <a:xfrm rot="10800000">
              <a:off x="7212874" y="1402080"/>
              <a:ext cx="598715" cy="1024890"/>
            </a:xfrm>
            <a:prstGeom prst="straightConnector1">
              <a:avLst/>
            </a:prstGeom>
            <a:noFill/>
            <a:ln cap="flat" cmpd="sng" w="9525">
              <a:solidFill>
                <a:srgbClr val="CDCDCD"/>
              </a:solidFill>
              <a:prstDash val="dash"/>
              <a:round/>
              <a:headEnd len="sm" w="sm" type="none"/>
              <a:tailEnd len="sm" w="sm" type="none"/>
            </a:ln>
          </p:spPr>
        </p:cxnSp>
        <p:cxnSp>
          <p:nvCxnSpPr>
            <p:cNvPr id="146" name="Google Shape;146;p13"/>
            <p:cNvCxnSpPr/>
            <p:nvPr/>
          </p:nvCxnSpPr>
          <p:spPr>
            <a:xfrm flipH="1" rot="10800000">
              <a:off x="7210697" y="522514"/>
              <a:ext cx="766354" cy="879566"/>
            </a:xfrm>
            <a:prstGeom prst="straightConnector1">
              <a:avLst/>
            </a:prstGeom>
            <a:noFill/>
            <a:ln cap="flat" cmpd="sng" w="9525">
              <a:solidFill>
                <a:srgbClr val="CDCDCD"/>
              </a:solidFill>
              <a:prstDash val="dash"/>
              <a:round/>
              <a:headEnd len="sm" w="sm" type="none"/>
              <a:tailEnd len="sm" w="sm" type="none"/>
            </a:ln>
          </p:spPr>
        </p:cxnSp>
        <p:cxnSp>
          <p:nvCxnSpPr>
            <p:cNvPr id="147" name="Google Shape;147;p13"/>
            <p:cNvCxnSpPr/>
            <p:nvPr/>
          </p:nvCxnSpPr>
          <p:spPr>
            <a:xfrm rot="10800000">
              <a:off x="7280365" y="0"/>
              <a:ext cx="696687" cy="522515"/>
            </a:xfrm>
            <a:prstGeom prst="straightConnector1">
              <a:avLst/>
            </a:prstGeom>
            <a:noFill/>
            <a:ln cap="flat" cmpd="sng" w="9525">
              <a:solidFill>
                <a:srgbClr val="CDCDCD"/>
              </a:solidFill>
              <a:prstDash val="dash"/>
              <a:round/>
              <a:headEnd len="sm" w="sm" type="none"/>
              <a:tailEnd len="sm" w="sm" type="none"/>
            </a:ln>
          </p:spPr>
        </p:cxnSp>
        <p:cxnSp>
          <p:nvCxnSpPr>
            <p:cNvPr id="148" name="Google Shape;148;p13"/>
            <p:cNvCxnSpPr/>
            <p:nvPr/>
          </p:nvCxnSpPr>
          <p:spPr>
            <a:xfrm flipH="1" rot="10800000">
              <a:off x="7977051" y="0"/>
              <a:ext cx="1166949" cy="522514"/>
            </a:xfrm>
            <a:prstGeom prst="straightConnector1">
              <a:avLst/>
            </a:prstGeom>
            <a:noFill/>
            <a:ln cap="flat" cmpd="sng" w="9525">
              <a:solidFill>
                <a:srgbClr val="CDCDCD"/>
              </a:solidFill>
              <a:prstDash val="dash"/>
              <a:round/>
              <a:headEnd len="sm" w="sm" type="none"/>
              <a:tailEnd len="sm" w="sm" type="none"/>
            </a:ln>
          </p:spPr>
        </p:cxnSp>
        <p:cxnSp>
          <p:nvCxnSpPr>
            <p:cNvPr id="149" name="Google Shape;149;p13"/>
            <p:cNvCxnSpPr/>
            <p:nvPr/>
          </p:nvCxnSpPr>
          <p:spPr>
            <a:xfrm>
              <a:off x="7977051" y="522514"/>
              <a:ext cx="1166949" cy="531223"/>
            </a:xfrm>
            <a:prstGeom prst="straightConnector1">
              <a:avLst/>
            </a:prstGeom>
            <a:noFill/>
            <a:ln cap="flat" cmpd="sng" w="9525">
              <a:solidFill>
                <a:srgbClr val="CDCDCD"/>
              </a:solidFill>
              <a:prstDash val="dash"/>
              <a:round/>
              <a:headEnd len="sm" w="sm" type="none"/>
              <a:tailEnd len="sm" w="sm" type="none"/>
            </a:ln>
          </p:spPr>
        </p:cxnSp>
        <p:cxnSp>
          <p:nvCxnSpPr>
            <p:cNvPr id="150" name="Google Shape;150;p13"/>
            <p:cNvCxnSpPr/>
            <p:nvPr/>
          </p:nvCxnSpPr>
          <p:spPr>
            <a:xfrm flipH="1">
              <a:off x="8490857" y="1053737"/>
              <a:ext cx="653143" cy="827314"/>
            </a:xfrm>
            <a:prstGeom prst="straightConnector1">
              <a:avLst/>
            </a:prstGeom>
            <a:noFill/>
            <a:ln cap="flat" cmpd="sng" w="9525">
              <a:solidFill>
                <a:srgbClr val="CDCDCD"/>
              </a:solidFill>
              <a:prstDash val="dash"/>
              <a:round/>
              <a:headEnd len="sm" w="sm" type="none"/>
              <a:tailEnd len="sm" w="sm" type="none"/>
            </a:ln>
          </p:spPr>
        </p:cxnSp>
        <p:cxnSp>
          <p:nvCxnSpPr>
            <p:cNvPr id="151" name="Google Shape;151;p13"/>
            <p:cNvCxnSpPr/>
            <p:nvPr/>
          </p:nvCxnSpPr>
          <p:spPr>
            <a:xfrm rot="10800000">
              <a:off x="7977051" y="522514"/>
              <a:ext cx="513806" cy="1358537"/>
            </a:xfrm>
            <a:prstGeom prst="straightConnector1">
              <a:avLst/>
            </a:prstGeom>
            <a:noFill/>
            <a:ln cap="flat" cmpd="sng" w="9525">
              <a:solidFill>
                <a:srgbClr val="CDCDCD"/>
              </a:solidFill>
              <a:prstDash val="dash"/>
              <a:round/>
              <a:headEnd len="sm" w="sm" type="none"/>
              <a:tailEnd len="sm" w="sm" type="none"/>
            </a:ln>
          </p:spPr>
        </p:cxnSp>
        <p:cxnSp>
          <p:nvCxnSpPr>
            <p:cNvPr id="152" name="Google Shape;152;p13"/>
            <p:cNvCxnSpPr/>
            <p:nvPr/>
          </p:nvCxnSpPr>
          <p:spPr>
            <a:xfrm rot="10800000">
              <a:off x="7228114" y="1402080"/>
              <a:ext cx="1262743" cy="478971"/>
            </a:xfrm>
            <a:prstGeom prst="straightConnector1">
              <a:avLst/>
            </a:prstGeom>
            <a:noFill/>
            <a:ln cap="flat" cmpd="sng" w="9525">
              <a:solidFill>
                <a:srgbClr val="CDCDCD"/>
              </a:solidFill>
              <a:prstDash val="dash"/>
              <a:round/>
              <a:headEnd len="sm" w="sm" type="none"/>
              <a:tailEnd len="sm" w="sm" type="none"/>
            </a:ln>
          </p:spPr>
        </p:cxnSp>
        <p:cxnSp>
          <p:nvCxnSpPr>
            <p:cNvPr id="153" name="Google Shape;153;p13"/>
            <p:cNvCxnSpPr/>
            <p:nvPr/>
          </p:nvCxnSpPr>
          <p:spPr>
            <a:xfrm flipH="1">
              <a:off x="7811589" y="1881051"/>
              <a:ext cx="679268" cy="539932"/>
            </a:xfrm>
            <a:prstGeom prst="straightConnector1">
              <a:avLst/>
            </a:prstGeom>
            <a:noFill/>
            <a:ln cap="flat" cmpd="sng" w="9525">
              <a:solidFill>
                <a:srgbClr val="CDCDCD"/>
              </a:solidFill>
              <a:prstDash val="dash"/>
              <a:round/>
              <a:headEnd len="sm" w="sm" type="none"/>
              <a:tailEnd len="sm" w="sm" type="none"/>
            </a:ln>
          </p:spPr>
        </p:cxnSp>
        <p:cxnSp>
          <p:nvCxnSpPr>
            <p:cNvPr id="154" name="Google Shape;154;p13"/>
            <p:cNvCxnSpPr/>
            <p:nvPr/>
          </p:nvCxnSpPr>
          <p:spPr>
            <a:xfrm>
              <a:off x="8490857" y="1881051"/>
              <a:ext cx="653143" cy="690699"/>
            </a:xfrm>
            <a:prstGeom prst="straightConnector1">
              <a:avLst/>
            </a:prstGeom>
            <a:noFill/>
            <a:ln cap="flat" cmpd="sng" w="9525">
              <a:solidFill>
                <a:srgbClr val="CDCDCD"/>
              </a:solidFill>
              <a:prstDash val="dash"/>
              <a:round/>
              <a:headEnd len="sm" w="sm" type="none"/>
              <a:tailEnd len="sm" w="sm" type="none"/>
            </a:ln>
          </p:spPr>
        </p:cxnSp>
        <p:cxnSp>
          <p:nvCxnSpPr>
            <p:cNvPr id="155" name="Google Shape;155;p13"/>
            <p:cNvCxnSpPr/>
            <p:nvPr/>
          </p:nvCxnSpPr>
          <p:spPr>
            <a:xfrm>
              <a:off x="7228114" y="3329396"/>
              <a:ext cx="923109" cy="579598"/>
            </a:xfrm>
            <a:prstGeom prst="straightConnector1">
              <a:avLst/>
            </a:prstGeom>
            <a:noFill/>
            <a:ln cap="flat" cmpd="sng" w="9525">
              <a:solidFill>
                <a:srgbClr val="CDCDCD"/>
              </a:solidFill>
              <a:prstDash val="dash"/>
              <a:round/>
              <a:headEnd len="sm" w="sm" type="none"/>
              <a:tailEnd len="sm" w="sm" type="none"/>
            </a:ln>
          </p:spPr>
        </p:cxnSp>
        <p:cxnSp>
          <p:nvCxnSpPr>
            <p:cNvPr id="156" name="Google Shape;156;p13"/>
            <p:cNvCxnSpPr/>
            <p:nvPr/>
          </p:nvCxnSpPr>
          <p:spPr>
            <a:xfrm flipH="1" rot="10800000">
              <a:off x="8151223" y="2571752"/>
              <a:ext cx="992777" cy="1337242"/>
            </a:xfrm>
            <a:prstGeom prst="straightConnector1">
              <a:avLst/>
            </a:prstGeom>
            <a:noFill/>
            <a:ln cap="flat" cmpd="sng" w="9525">
              <a:solidFill>
                <a:srgbClr val="CDCDCD"/>
              </a:solidFill>
              <a:prstDash val="dash"/>
              <a:round/>
              <a:headEnd len="sm" w="sm" type="none"/>
              <a:tailEnd len="sm" w="sm" type="none"/>
            </a:ln>
          </p:spPr>
        </p:cxnSp>
        <p:cxnSp>
          <p:nvCxnSpPr>
            <p:cNvPr id="157" name="Google Shape;157;p13"/>
            <p:cNvCxnSpPr/>
            <p:nvPr/>
          </p:nvCxnSpPr>
          <p:spPr>
            <a:xfrm>
              <a:off x="8151223" y="3908994"/>
              <a:ext cx="992777" cy="1234506"/>
            </a:xfrm>
            <a:prstGeom prst="straightConnector1">
              <a:avLst/>
            </a:prstGeom>
            <a:noFill/>
            <a:ln cap="flat" cmpd="sng" w="9525">
              <a:solidFill>
                <a:srgbClr val="CDCDCD"/>
              </a:solidFill>
              <a:prstDash val="dash"/>
              <a:round/>
              <a:headEnd len="sm" w="sm" type="none"/>
              <a:tailEnd len="sm" w="sm" type="none"/>
            </a:ln>
          </p:spPr>
        </p:cxnSp>
        <p:cxnSp>
          <p:nvCxnSpPr>
            <p:cNvPr id="158" name="Google Shape;158;p13"/>
            <p:cNvCxnSpPr/>
            <p:nvPr/>
          </p:nvCxnSpPr>
          <p:spPr>
            <a:xfrm flipH="1">
              <a:off x="7977053" y="3917702"/>
              <a:ext cx="174170" cy="1225798"/>
            </a:xfrm>
            <a:prstGeom prst="straightConnector1">
              <a:avLst/>
            </a:prstGeom>
            <a:noFill/>
            <a:ln cap="flat" cmpd="sng" w="9525">
              <a:solidFill>
                <a:srgbClr val="CDCDCD"/>
              </a:solidFill>
              <a:prstDash val="dash"/>
              <a:round/>
              <a:headEnd len="sm" w="sm" type="none"/>
              <a:tailEnd len="sm" w="sm" type="none"/>
            </a:ln>
          </p:spPr>
        </p:cxnSp>
        <p:cxnSp>
          <p:nvCxnSpPr>
            <p:cNvPr id="159" name="Google Shape;159;p13"/>
            <p:cNvCxnSpPr/>
            <p:nvPr/>
          </p:nvCxnSpPr>
          <p:spPr>
            <a:xfrm rot="10800000">
              <a:off x="5519058" y="1724296"/>
              <a:ext cx="1412965" cy="731521"/>
            </a:xfrm>
            <a:prstGeom prst="straightConnector1">
              <a:avLst/>
            </a:prstGeom>
            <a:noFill/>
            <a:ln cap="flat" cmpd="sng" w="9525">
              <a:solidFill>
                <a:srgbClr val="CDCDCD"/>
              </a:solidFill>
              <a:prstDash val="dash"/>
              <a:round/>
              <a:headEnd len="sm" w="sm" type="none"/>
              <a:tailEnd len="sm" w="sm" type="none"/>
            </a:ln>
          </p:spPr>
        </p:cxnSp>
        <p:cxnSp>
          <p:nvCxnSpPr>
            <p:cNvPr id="160" name="Google Shape;160;p13"/>
            <p:cNvCxnSpPr/>
            <p:nvPr/>
          </p:nvCxnSpPr>
          <p:spPr>
            <a:xfrm flipH="1" rot="10800000">
              <a:off x="7228114" y="2426970"/>
              <a:ext cx="583475" cy="902426"/>
            </a:xfrm>
            <a:prstGeom prst="straightConnector1">
              <a:avLst/>
            </a:prstGeom>
            <a:noFill/>
            <a:ln cap="flat" cmpd="sng" w="9525">
              <a:solidFill>
                <a:srgbClr val="CDCDCD"/>
              </a:solidFill>
              <a:prstDash val="dash"/>
              <a:round/>
              <a:headEnd len="sm" w="sm" type="none"/>
              <a:tailEnd len="sm" w="sm" type="none"/>
            </a:ln>
          </p:spPr>
        </p:cxnSp>
        <p:cxnSp>
          <p:nvCxnSpPr>
            <p:cNvPr id="161" name="Google Shape;161;p13"/>
            <p:cNvCxnSpPr/>
            <p:nvPr/>
          </p:nvCxnSpPr>
          <p:spPr>
            <a:xfrm>
              <a:off x="7811589" y="2426970"/>
              <a:ext cx="1332411" cy="144780"/>
            </a:xfrm>
            <a:prstGeom prst="straightConnector1">
              <a:avLst/>
            </a:prstGeom>
            <a:noFill/>
            <a:ln cap="flat" cmpd="sng" w="9525">
              <a:solidFill>
                <a:srgbClr val="CDCDCD"/>
              </a:solidFill>
              <a:prstDash val="dash"/>
              <a:round/>
              <a:headEnd len="sm" w="sm" type="none"/>
              <a:tailEnd len="sm" w="sm" type="none"/>
            </a:ln>
          </p:spPr>
        </p:cxnSp>
        <p:cxnSp>
          <p:nvCxnSpPr>
            <p:cNvPr id="162" name="Google Shape;162;p13"/>
            <p:cNvCxnSpPr/>
            <p:nvPr/>
          </p:nvCxnSpPr>
          <p:spPr>
            <a:xfrm flipH="1">
              <a:off x="6932023" y="2426970"/>
              <a:ext cx="879566" cy="28847"/>
            </a:xfrm>
            <a:prstGeom prst="straightConnector1">
              <a:avLst/>
            </a:prstGeom>
            <a:noFill/>
            <a:ln cap="flat" cmpd="sng" w="9525">
              <a:solidFill>
                <a:srgbClr val="CDCDCD"/>
              </a:solidFill>
              <a:prstDash val="dash"/>
              <a:round/>
              <a:headEnd len="sm" w="sm" type="none"/>
              <a:tailEnd len="sm" w="sm" type="none"/>
            </a:ln>
          </p:spPr>
        </p:cxnSp>
        <p:cxnSp>
          <p:nvCxnSpPr>
            <p:cNvPr id="163" name="Google Shape;163;p13"/>
            <p:cNvCxnSpPr/>
            <p:nvPr/>
          </p:nvCxnSpPr>
          <p:spPr>
            <a:xfrm>
              <a:off x="7811589" y="2426970"/>
              <a:ext cx="339634" cy="1482024"/>
            </a:xfrm>
            <a:prstGeom prst="straightConnector1">
              <a:avLst/>
            </a:prstGeom>
            <a:noFill/>
            <a:ln cap="flat" cmpd="sng" w="9525">
              <a:solidFill>
                <a:srgbClr val="CDCDCD"/>
              </a:solidFill>
              <a:prstDash val="dash"/>
              <a:round/>
              <a:headEnd len="sm" w="sm" type="none"/>
              <a:tailEnd len="sm" w="sm" type="none"/>
            </a:ln>
          </p:spPr>
        </p:cxnSp>
        <p:cxnSp>
          <p:nvCxnSpPr>
            <p:cNvPr id="164" name="Google Shape;164;p13"/>
            <p:cNvCxnSpPr/>
            <p:nvPr/>
          </p:nvCxnSpPr>
          <p:spPr>
            <a:xfrm flipH="1">
              <a:off x="7201989" y="0"/>
              <a:ext cx="87086" cy="1409223"/>
            </a:xfrm>
            <a:prstGeom prst="straightConnector1">
              <a:avLst/>
            </a:prstGeom>
            <a:noFill/>
            <a:ln cap="flat" cmpd="sng" w="9525">
              <a:solidFill>
                <a:srgbClr val="CDCDCD"/>
              </a:solidFill>
              <a:prstDash val="dash"/>
              <a:round/>
              <a:headEnd len="sm" w="sm" type="none"/>
              <a:tailEnd len="sm" w="sm" type="none"/>
            </a:ln>
          </p:spPr>
        </p:cxnSp>
        <p:cxnSp>
          <p:nvCxnSpPr>
            <p:cNvPr id="165" name="Google Shape;165;p13"/>
            <p:cNvCxnSpPr/>
            <p:nvPr/>
          </p:nvCxnSpPr>
          <p:spPr>
            <a:xfrm rot="10800000">
              <a:off x="4389120" y="2690949"/>
              <a:ext cx="878205" cy="1541414"/>
            </a:xfrm>
            <a:prstGeom prst="straightConnector1">
              <a:avLst/>
            </a:prstGeom>
            <a:noFill/>
            <a:ln cap="flat" cmpd="sng" w="9525">
              <a:solidFill>
                <a:srgbClr val="CDCDCD"/>
              </a:solidFill>
              <a:prstDash val="dash"/>
              <a:round/>
              <a:headEnd len="sm" w="sm" type="none"/>
              <a:tailEnd len="sm" w="sm" type="none"/>
            </a:ln>
          </p:spPr>
        </p:cxnSp>
        <p:cxnSp>
          <p:nvCxnSpPr>
            <p:cNvPr id="166" name="Google Shape;166;p13"/>
            <p:cNvCxnSpPr/>
            <p:nvPr/>
          </p:nvCxnSpPr>
          <p:spPr>
            <a:xfrm rot="10800000">
              <a:off x="677363" y="2969623"/>
              <a:ext cx="332289" cy="992777"/>
            </a:xfrm>
            <a:prstGeom prst="straightConnector1">
              <a:avLst/>
            </a:prstGeom>
            <a:noFill/>
            <a:ln cap="flat" cmpd="sng" w="9525">
              <a:solidFill>
                <a:srgbClr val="CDCDCD"/>
              </a:solidFill>
              <a:prstDash val="dash"/>
              <a:round/>
              <a:headEnd len="sm" w="sm" type="none"/>
              <a:tailEnd len="sm" w="sm" type="none"/>
            </a:ln>
          </p:spPr>
        </p:cxnSp>
        <p:cxnSp>
          <p:nvCxnSpPr>
            <p:cNvPr id="167" name="Google Shape;167;p13"/>
            <p:cNvCxnSpPr/>
            <p:nvPr/>
          </p:nvCxnSpPr>
          <p:spPr>
            <a:xfrm>
              <a:off x="1007203" y="3971108"/>
              <a:ext cx="741042" cy="130628"/>
            </a:xfrm>
            <a:prstGeom prst="straightConnector1">
              <a:avLst/>
            </a:prstGeom>
            <a:noFill/>
            <a:ln cap="flat" cmpd="sng" w="9525">
              <a:solidFill>
                <a:srgbClr val="CDCDCD"/>
              </a:solidFill>
              <a:prstDash val="dash"/>
              <a:round/>
              <a:headEnd len="sm" w="sm" type="none"/>
              <a:tailEnd len="sm" w="sm" type="none"/>
            </a:ln>
          </p:spPr>
        </p:cxnSp>
        <p:cxnSp>
          <p:nvCxnSpPr>
            <p:cNvPr id="168" name="Google Shape;168;p13"/>
            <p:cNvCxnSpPr/>
            <p:nvPr/>
          </p:nvCxnSpPr>
          <p:spPr>
            <a:xfrm flipH="1">
              <a:off x="905691" y="3971108"/>
              <a:ext cx="103961" cy="1168039"/>
            </a:xfrm>
            <a:prstGeom prst="straightConnector1">
              <a:avLst/>
            </a:prstGeom>
            <a:noFill/>
            <a:ln cap="flat" cmpd="sng" w="9525">
              <a:solidFill>
                <a:srgbClr val="CDCDCD"/>
              </a:solidFill>
              <a:prstDash val="dash"/>
              <a:round/>
              <a:headEnd len="sm" w="sm" type="none"/>
              <a:tailEnd len="sm" w="sm" type="none"/>
            </a:ln>
          </p:spPr>
        </p:cxnSp>
        <p:cxnSp>
          <p:nvCxnSpPr>
            <p:cNvPr id="169" name="Google Shape;169;p13"/>
            <p:cNvCxnSpPr/>
            <p:nvPr/>
          </p:nvCxnSpPr>
          <p:spPr>
            <a:xfrm flipH="1" rot="10800000">
              <a:off x="6932023" y="3917702"/>
              <a:ext cx="1203146" cy="445293"/>
            </a:xfrm>
            <a:prstGeom prst="straightConnector1">
              <a:avLst/>
            </a:prstGeom>
            <a:noFill/>
            <a:ln cap="flat" cmpd="sng" w="9525">
              <a:solidFill>
                <a:srgbClr val="CDCDCD"/>
              </a:solidFill>
              <a:prstDash val="dash"/>
              <a:round/>
              <a:headEnd len="sm" w="sm" type="none"/>
              <a:tailEnd len="sm" w="sm" type="none"/>
            </a:ln>
          </p:spPr>
        </p:cxnSp>
        <p:cxnSp>
          <p:nvCxnSpPr>
            <p:cNvPr id="170" name="Google Shape;170;p13"/>
            <p:cNvCxnSpPr/>
            <p:nvPr/>
          </p:nvCxnSpPr>
          <p:spPr>
            <a:xfrm flipH="1" rot="10800000">
              <a:off x="8151223" y="3675017"/>
              <a:ext cx="992777" cy="233977"/>
            </a:xfrm>
            <a:prstGeom prst="straightConnector1">
              <a:avLst/>
            </a:prstGeom>
            <a:noFill/>
            <a:ln cap="flat" cmpd="sng" w="9525">
              <a:solidFill>
                <a:srgbClr val="CDCDCD"/>
              </a:solidFill>
              <a:prstDash val="dash"/>
              <a:round/>
              <a:headEnd len="sm" w="sm" type="none"/>
              <a:tailEnd len="sm" w="sm" type="none"/>
            </a:ln>
          </p:spPr>
        </p:cxnSp>
        <p:cxnSp>
          <p:nvCxnSpPr>
            <p:cNvPr id="171" name="Google Shape;171;p13"/>
            <p:cNvCxnSpPr/>
            <p:nvPr/>
          </p:nvCxnSpPr>
          <p:spPr>
            <a:xfrm flipH="1">
              <a:off x="548640" y="0"/>
              <a:ext cx="1138101" cy="701040"/>
            </a:xfrm>
            <a:prstGeom prst="straightConnector1">
              <a:avLst/>
            </a:prstGeom>
            <a:noFill/>
            <a:ln cap="flat" cmpd="sng" w="9525">
              <a:solidFill>
                <a:srgbClr val="CDCDCD"/>
              </a:solidFill>
              <a:prstDash val="dash"/>
              <a:round/>
              <a:headEnd len="sm" w="sm" type="none"/>
              <a:tailEnd len="sm" w="sm" type="none"/>
            </a:ln>
          </p:spPr>
        </p:cxnSp>
        <p:cxnSp>
          <p:nvCxnSpPr>
            <p:cNvPr id="172" name="Google Shape;172;p13"/>
            <p:cNvCxnSpPr/>
            <p:nvPr/>
          </p:nvCxnSpPr>
          <p:spPr>
            <a:xfrm>
              <a:off x="551907" y="701040"/>
              <a:ext cx="969372" cy="351067"/>
            </a:xfrm>
            <a:prstGeom prst="straightConnector1">
              <a:avLst/>
            </a:prstGeom>
            <a:noFill/>
            <a:ln cap="flat" cmpd="sng" w="9525">
              <a:solidFill>
                <a:srgbClr val="CDCDCD"/>
              </a:solidFill>
              <a:prstDash val="dash"/>
              <a:round/>
              <a:headEnd len="sm" w="sm" type="none"/>
              <a:tailEnd len="sm" w="sm" type="none"/>
            </a:ln>
          </p:spPr>
        </p:cxnSp>
        <p:cxnSp>
          <p:nvCxnSpPr>
            <p:cNvPr id="173" name="Google Shape;173;p13"/>
            <p:cNvCxnSpPr/>
            <p:nvPr/>
          </p:nvCxnSpPr>
          <p:spPr>
            <a:xfrm flipH="1">
              <a:off x="0" y="701040"/>
              <a:ext cx="544287" cy="1084217"/>
            </a:xfrm>
            <a:prstGeom prst="straightConnector1">
              <a:avLst/>
            </a:prstGeom>
            <a:noFill/>
            <a:ln cap="flat" cmpd="sng" w="9525">
              <a:solidFill>
                <a:srgbClr val="CDCDCD"/>
              </a:solidFill>
              <a:prstDash val="dash"/>
              <a:round/>
              <a:headEnd len="sm" w="sm" type="none"/>
              <a:tailEnd len="sm" w="sm" type="none"/>
            </a:ln>
          </p:spPr>
        </p:cxnSp>
        <p:cxnSp>
          <p:nvCxnSpPr>
            <p:cNvPr id="174" name="Google Shape;174;p13"/>
            <p:cNvCxnSpPr/>
            <p:nvPr/>
          </p:nvCxnSpPr>
          <p:spPr>
            <a:xfrm rot="10800000">
              <a:off x="0" y="0"/>
              <a:ext cx="546466" cy="694509"/>
            </a:xfrm>
            <a:prstGeom prst="straightConnector1">
              <a:avLst/>
            </a:prstGeom>
            <a:noFill/>
            <a:ln cap="flat" cmpd="sng" w="9525">
              <a:solidFill>
                <a:srgbClr val="CDCDCD"/>
              </a:solidFill>
              <a:prstDash val="dash"/>
              <a:round/>
              <a:headEnd len="sm" w="sm" type="none"/>
              <a:tailEnd len="sm" w="sm" type="none"/>
            </a:ln>
          </p:spPr>
        </p:cxnSp>
        <p:cxnSp>
          <p:nvCxnSpPr>
            <p:cNvPr id="175" name="Google Shape;175;p13"/>
            <p:cNvCxnSpPr/>
            <p:nvPr/>
          </p:nvCxnSpPr>
          <p:spPr>
            <a:xfrm flipH="1">
              <a:off x="5782491" y="16600"/>
              <a:ext cx="1506584" cy="601709"/>
            </a:xfrm>
            <a:prstGeom prst="straightConnector1">
              <a:avLst/>
            </a:prstGeom>
            <a:noFill/>
            <a:ln cap="flat" cmpd="sng" w="9525">
              <a:solidFill>
                <a:srgbClr val="CDCDCD"/>
              </a:solidFill>
              <a:prstDash val="dash"/>
              <a:round/>
              <a:headEnd len="sm" w="sm" type="none"/>
              <a:tailEnd len="sm" w="sm" type="none"/>
            </a:ln>
          </p:spPr>
        </p:cxnSp>
      </p:grpSp>
      <p:sp>
        <p:nvSpPr>
          <p:cNvPr id="176" name="Google Shape;176;p13"/>
          <p:cNvSpPr txBox="1"/>
          <p:nvPr>
            <p:ph idx="10" type="dt"/>
          </p:nvPr>
        </p:nvSpPr>
        <p:spPr>
          <a:xfrm>
            <a:off x="628650" y="4767263"/>
            <a:ext cx="2057400" cy="274638"/>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898989"/>
              </a:buClr>
              <a:buSzPts val="900"/>
              <a:buFont typeface="Arial"/>
              <a:buNone/>
              <a:defRPr b="0" i="0" sz="9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Clr>
                <a:schemeClr val="dk1"/>
              </a:buClr>
              <a:buSzPts val="1300"/>
              <a:buFont typeface="Arial"/>
              <a:buNone/>
              <a:defRPr b="0" i="0" sz="13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300"/>
              <a:buFont typeface="Arial"/>
              <a:buNone/>
              <a:defRPr b="0" i="0" sz="13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300"/>
              <a:buFont typeface="Arial"/>
              <a:buNone/>
              <a:defRPr b="0" i="0" sz="13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300"/>
              <a:buFont typeface="Arial"/>
              <a:buNone/>
              <a:defRPr b="0" i="0" sz="13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300"/>
              <a:buFont typeface="Arial"/>
              <a:buNone/>
              <a:defRPr b="0" i="0" sz="13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300"/>
              <a:buFont typeface="Arial"/>
              <a:buNone/>
              <a:defRPr b="0" i="0" sz="13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300"/>
              <a:buFont typeface="Arial"/>
              <a:buNone/>
              <a:defRPr b="0" i="0" sz="13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300"/>
              <a:buFont typeface="Arial"/>
              <a:buNone/>
              <a:defRPr b="0" i="0" sz="1300" u="none" cap="none" strike="noStrike">
                <a:solidFill>
                  <a:schemeClr val="dk1"/>
                </a:solidFill>
                <a:latin typeface="Calibri"/>
                <a:ea typeface="Calibri"/>
                <a:cs typeface="Calibri"/>
                <a:sym typeface="Calibri"/>
              </a:defRPr>
            </a:lvl9pPr>
          </a:lstStyle>
          <a:p/>
        </p:txBody>
      </p:sp>
      <p:sp>
        <p:nvSpPr>
          <p:cNvPr id="177" name="Google Shape;177;p13"/>
          <p:cNvSpPr txBox="1"/>
          <p:nvPr>
            <p:ph idx="11" type="ftr"/>
          </p:nvPr>
        </p:nvSpPr>
        <p:spPr>
          <a:xfrm>
            <a:off x="3028950" y="4767263"/>
            <a:ext cx="3086100" cy="274638"/>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898989"/>
              </a:buClr>
              <a:buSzPts val="900"/>
              <a:buFont typeface="Arial"/>
              <a:buNone/>
              <a:defRPr b="0" i="0" sz="9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Clr>
                <a:schemeClr val="dk1"/>
              </a:buClr>
              <a:buSzPts val="1300"/>
              <a:buFont typeface="Arial"/>
              <a:buNone/>
              <a:defRPr b="0" i="0" sz="13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300"/>
              <a:buFont typeface="Arial"/>
              <a:buNone/>
              <a:defRPr b="0" i="0" sz="13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300"/>
              <a:buFont typeface="Arial"/>
              <a:buNone/>
              <a:defRPr b="0" i="0" sz="13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300"/>
              <a:buFont typeface="Arial"/>
              <a:buNone/>
              <a:defRPr b="0" i="0" sz="13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300"/>
              <a:buFont typeface="Arial"/>
              <a:buNone/>
              <a:defRPr b="0" i="0" sz="13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300"/>
              <a:buFont typeface="Arial"/>
              <a:buNone/>
              <a:defRPr b="0" i="0" sz="13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300"/>
              <a:buFont typeface="Arial"/>
              <a:buNone/>
              <a:defRPr b="0" i="0" sz="13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300"/>
              <a:buFont typeface="Arial"/>
              <a:buNone/>
              <a:defRPr b="0" i="0" sz="1300" u="none" cap="none" strike="noStrike">
                <a:solidFill>
                  <a:schemeClr val="dk1"/>
                </a:solidFill>
                <a:latin typeface="Calibri"/>
                <a:ea typeface="Calibri"/>
                <a:cs typeface="Calibri"/>
                <a:sym typeface="Calibri"/>
              </a:defRPr>
            </a:lvl9pPr>
          </a:lstStyle>
          <a:p/>
        </p:txBody>
      </p:sp>
      <p:sp>
        <p:nvSpPr>
          <p:cNvPr id="178" name="Google Shape;178;p13"/>
          <p:cNvSpPr txBox="1"/>
          <p:nvPr>
            <p:ph idx="12" type="sldNum"/>
          </p:nvPr>
        </p:nvSpPr>
        <p:spPr>
          <a:xfrm>
            <a:off x="6457950" y="4767263"/>
            <a:ext cx="2057400" cy="274638"/>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transition spd="slow">
    <p:push/>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3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6.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image" Target="../media/image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 Id="rId3" Type="http://schemas.openxmlformats.org/officeDocument/2006/relationships/image" Target="../media/image1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1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image" Target="../media/image3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14.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 Id="rId3" Type="http://schemas.openxmlformats.org/officeDocument/2006/relationships/image" Target="../media/image2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image" Target="../media/image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 Id="rId3" Type="http://schemas.openxmlformats.org/officeDocument/2006/relationships/image" Target="../media/image1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 Id="rId3" Type="http://schemas.openxmlformats.org/officeDocument/2006/relationships/image" Target="../media/image3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 Id="rId3" Type="http://schemas.openxmlformats.org/officeDocument/2006/relationships/image" Target="../media/image18.png"/><Relationship Id="rId4" Type="http://schemas.openxmlformats.org/officeDocument/2006/relationships/image" Target="../media/image1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 Id="rId3" Type="http://schemas.openxmlformats.org/officeDocument/2006/relationships/image" Target="../media/image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 Id="rId3" Type="http://schemas.openxmlformats.org/officeDocument/2006/relationships/image" Target="../media/image1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 Id="rId3" Type="http://schemas.openxmlformats.org/officeDocument/2006/relationships/image" Target="../media/image1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 Id="rId3" Type="http://schemas.openxmlformats.org/officeDocument/2006/relationships/image" Target="../media/image1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 Id="rId3" Type="http://schemas.openxmlformats.org/officeDocument/2006/relationships/image" Target="../media/image2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 Id="rId3" Type="http://schemas.openxmlformats.org/officeDocument/2006/relationships/image" Target="../media/image6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 Id="rId3" Type="http://schemas.openxmlformats.org/officeDocument/2006/relationships/image" Target="../media/image2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 Id="rId3" Type="http://schemas.openxmlformats.org/officeDocument/2006/relationships/image" Target="../media/image2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 Id="rId3" Type="http://schemas.openxmlformats.org/officeDocument/2006/relationships/image" Target="../media/image2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 Id="rId3" Type="http://schemas.openxmlformats.org/officeDocument/2006/relationships/image" Target="../media/image28.png"/><Relationship Id="rId4" Type="http://schemas.openxmlformats.org/officeDocument/2006/relationships/image" Target="../media/image3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 Id="rId3" Type="http://schemas.openxmlformats.org/officeDocument/2006/relationships/image" Target="../media/image2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4.xml"/><Relationship Id="rId3" Type="http://schemas.openxmlformats.org/officeDocument/2006/relationships/image" Target="../media/image2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5.xml"/><Relationship Id="rId3" Type="http://schemas.openxmlformats.org/officeDocument/2006/relationships/image" Target="../media/image2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6.xml"/><Relationship Id="rId3" Type="http://schemas.openxmlformats.org/officeDocument/2006/relationships/image" Target="../media/image3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7.xml"/><Relationship Id="rId3" Type="http://schemas.openxmlformats.org/officeDocument/2006/relationships/image" Target="../media/image36.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8.xml"/><Relationship Id="rId3" Type="http://schemas.openxmlformats.org/officeDocument/2006/relationships/image" Target="../media/image5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3.xml"/><Relationship Id="rId3" Type="http://schemas.openxmlformats.org/officeDocument/2006/relationships/image" Target="../media/image26.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5.xml"/><Relationship Id="rId3" Type="http://schemas.openxmlformats.org/officeDocument/2006/relationships/image" Target="../media/image5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7.xml"/><Relationship Id="rId3" Type="http://schemas.openxmlformats.org/officeDocument/2006/relationships/image" Target="../media/image4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9.xml"/><Relationship Id="rId3" Type="http://schemas.openxmlformats.org/officeDocument/2006/relationships/image" Target="../media/image58.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0.xml"/><Relationship Id="rId3" Type="http://schemas.openxmlformats.org/officeDocument/2006/relationships/image" Target="../media/image6.jp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1.xml"/><Relationship Id="rId3" Type="http://schemas.openxmlformats.org/officeDocument/2006/relationships/image" Target="../media/image1.jp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4.xml"/><Relationship Id="rId3" Type="http://schemas.openxmlformats.org/officeDocument/2006/relationships/image" Target="../media/image34.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8.xml"/><Relationship Id="rId3" Type="http://schemas.openxmlformats.org/officeDocument/2006/relationships/image" Target="../media/image35.jp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2.xml"/><Relationship Id="rId3" Type="http://schemas.openxmlformats.org/officeDocument/2006/relationships/image" Target="../media/image61.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3.xml"/><Relationship Id="rId3" Type="http://schemas.openxmlformats.org/officeDocument/2006/relationships/image" Target="../media/image42.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8.xml"/><Relationship Id="rId3" Type="http://schemas.openxmlformats.org/officeDocument/2006/relationships/image" Target="../media/image59.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0.xml"/><Relationship Id="rId3" Type="http://schemas.openxmlformats.org/officeDocument/2006/relationships/image" Target="../media/image44.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4.xml"/><Relationship Id="rId3" Type="http://schemas.openxmlformats.org/officeDocument/2006/relationships/image" Target="../media/image47.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8.xml"/><Relationship Id="rId3" Type="http://schemas.openxmlformats.org/officeDocument/2006/relationships/image" Target="../media/image40.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0.xml"/><Relationship Id="rId3" Type="http://schemas.openxmlformats.org/officeDocument/2006/relationships/image" Target="../media/image45.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1.xml"/><Relationship Id="rId3" Type="http://schemas.openxmlformats.org/officeDocument/2006/relationships/image" Target="../media/image62.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2.xml"/><Relationship Id="rId3" Type="http://schemas.openxmlformats.org/officeDocument/2006/relationships/image" Target="../media/image43.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4.xml"/><Relationship Id="rId3" Type="http://schemas.openxmlformats.org/officeDocument/2006/relationships/image" Target="../media/image46.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5.xml"/><Relationship Id="rId3" Type="http://schemas.openxmlformats.org/officeDocument/2006/relationships/image" Target="../media/image49.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5.xml"/><Relationship Id="rId3" Type="http://schemas.openxmlformats.org/officeDocument/2006/relationships/image" Target="../media/image50.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0.xml"/><Relationship Id="rId3" Type="http://schemas.openxmlformats.org/officeDocument/2006/relationships/image" Target="../media/image54.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1.xml"/><Relationship Id="rId3" Type="http://schemas.openxmlformats.org/officeDocument/2006/relationships/image" Target="../media/image56.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2.xml"/><Relationship Id="rId3" Type="http://schemas.openxmlformats.org/officeDocument/2006/relationships/image" Target="../media/image57.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3.xml"/><Relationship Id="rId3" Type="http://schemas.openxmlformats.org/officeDocument/2006/relationships/image" Target="../media/image63.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4.xml"/><Relationship Id="rId3" Type="http://schemas.openxmlformats.org/officeDocument/2006/relationships/image" Target="../media/image48.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5.xml"/><Relationship Id="rId3" Type="http://schemas.openxmlformats.org/officeDocument/2006/relationships/image" Target="../media/image55.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6.xml"/><Relationship Id="rId3" Type="http://schemas.openxmlformats.org/officeDocument/2006/relationships/image" Target="../media/image53.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0.xml"/><Relationship Id="rId3" Type="http://schemas.openxmlformats.org/officeDocument/2006/relationships/image" Target="../media/image6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5"/>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Frontend Web Dev</a:t>
            </a:r>
            <a:r>
              <a:rPr lang="en" sz="3100"/>
              <a:t> (Master Class)</a:t>
            </a:r>
            <a:endParaRPr sz="3100"/>
          </a:p>
          <a:p>
            <a:pPr indent="0" lvl="0" marL="0" rtl="0" algn="l">
              <a:spcBef>
                <a:spcPts val="0"/>
              </a:spcBef>
              <a:spcAft>
                <a:spcPts val="0"/>
              </a:spcAft>
              <a:buNone/>
            </a:pPr>
            <a:r>
              <a:rPr lang="en" sz="2600"/>
              <a:t>By Talha Tariq</a:t>
            </a:r>
            <a:endParaRPr sz="2600"/>
          </a:p>
        </p:txBody>
      </p:sp>
      <p:sp>
        <p:nvSpPr>
          <p:cNvPr id="253" name="Google Shape;253;p25"/>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Make your</a:t>
            </a:r>
            <a:r>
              <a:rPr b="1" lang="en"/>
              <a:t> living online</a:t>
            </a:r>
            <a:r>
              <a:rPr lang="en"/>
              <a:t> by learning a high income skill.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grpSp>
        <p:nvGrpSpPr>
          <p:cNvPr id="258" name="Google Shape;258;p26"/>
          <p:cNvGrpSpPr/>
          <p:nvPr/>
        </p:nvGrpSpPr>
        <p:grpSpPr>
          <a:xfrm>
            <a:off x="7811212" y="2463629"/>
            <a:ext cx="1344322" cy="2137687"/>
            <a:chOff x="404519" y="328176"/>
            <a:chExt cx="1343650" cy="2138328"/>
          </a:xfrm>
        </p:grpSpPr>
        <p:sp>
          <p:nvSpPr>
            <p:cNvPr id="259" name="Google Shape;259;p26"/>
            <p:cNvSpPr/>
            <p:nvPr/>
          </p:nvSpPr>
          <p:spPr>
            <a:xfrm>
              <a:off x="408327" y="328176"/>
              <a:ext cx="1008000" cy="11502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cap="none" strike="noStrike">
                <a:solidFill>
                  <a:srgbClr val="FFFFFF"/>
                </a:solidFill>
                <a:latin typeface="Calibri"/>
                <a:ea typeface="Calibri"/>
                <a:cs typeface="Calibri"/>
                <a:sym typeface="Calibri"/>
              </a:endParaRPr>
            </a:p>
          </p:txBody>
        </p:sp>
        <p:sp>
          <p:nvSpPr>
            <p:cNvPr id="260" name="Google Shape;260;p26"/>
            <p:cNvSpPr/>
            <p:nvPr/>
          </p:nvSpPr>
          <p:spPr>
            <a:xfrm flipH="1" rot="-5400000">
              <a:off x="404519" y="1458503"/>
              <a:ext cx="1008000" cy="1008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cap="none" strike="noStrike">
                <a:solidFill>
                  <a:srgbClr val="FFFFFF"/>
                </a:solidFill>
                <a:latin typeface="Calibri"/>
                <a:ea typeface="Calibri"/>
                <a:cs typeface="Calibri"/>
                <a:sym typeface="Calibri"/>
              </a:endParaRPr>
            </a:p>
          </p:txBody>
        </p:sp>
        <p:sp>
          <p:nvSpPr>
            <p:cNvPr id="261" name="Google Shape;261;p26"/>
            <p:cNvSpPr/>
            <p:nvPr/>
          </p:nvSpPr>
          <p:spPr>
            <a:xfrm>
              <a:off x="1402569" y="1458504"/>
              <a:ext cx="345600" cy="10080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cap="none" strike="noStrike">
                <a:solidFill>
                  <a:srgbClr val="FFFFFF"/>
                </a:solidFill>
                <a:latin typeface="Calibri"/>
                <a:ea typeface="Calibri"/>
                <a:cs typeface="Calibri"/>
                <a:sym typeface="Calibri"/>
              </a:endParaRPr>
            </a:p>
          </p:txBody>
        </p:sp>
      </p:grpSp>
      <p:sp>
        <p:nvSpPr>
          <p:cNvPr id="262" name="Google Shape;262;p26"/>
          <p:cNvSpPr/>
          <p:nvPr/>
        </p:nvSpPr>
        <p:spPr>
          <a:xfrm flipH="1">
            <a:off x="734975" y="0"/>
            <a:ext cx="576300" cy="2112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cap="none" strike="noStrike">
              <a:solidFill>
                <a:srgbClr val="FFFFFF"/>
              </a:solidFill>
              <a:latin typeface="Calibri"/>
              <a:ea typeface="Calibri"/>
              <a:cs typeface="Calibri"/>
              <a:sym typeface="Calibri"/>
            </a:endParaRPr>
          </a:p>
        </p:txBody>
      </p:sp>
      <p:grpSp>
        <p:nvGrpSpPr>
          <p:cNvPr id="263" name="Google Shape;263;p26"/>
          <p:cNvGrpSpPr/>
          <p:nvPr/>
        </p:nvGrpSpPr>
        <p:grpSpPr>
          <a:xfrm>
            <a:off x="0" y="1314652"/>
            <a:ext cx="8820067" cy="2016535"/>
            <a:chOff x="1" y="180836"/>
            <a:chExt cx="8882243" cy="1724861"/>
          </a:xfrm>
        </p:grpSpPr>
        <p:grpSp>
          <p:nvGrpSpPr>
            <p:cNvPr id="264" name="Google Shape;264;p26"/>
            <p:cNvGrpSpPr/>
            <p:nvPr/>
          </p:nvGrpSpPr>
          <p:grpSpPr>
            <a:xfrm>
              <a:off x="1" y="180836"/>
              <a:ext cx="8882243" cy="1724861"/>
              <a:chOff x="1" y="180836"/>
              <a:chExt cx="8882243" cy="1724861"/>
            </a:xfrm>
          </p:grpSpPr>
          <p:sp>
            <p:nvSpPr>
              <p:cNvPr id="265" name="Google Shape;265;p26"/>
              <p:cNvSpPr/>
              <p:nvPr/>
            </p:nvSpPr>
            <p:spPr>
              <a:xfrm>
                <a:off x="1" y="190897"/>
                <a:ext cx="7874100" cy="17148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cap="none" strike="noStrike">
                  <a:solidFill>
                    <a:srgbClr val="FFFFFF"/>
                  </a:solidFill>
                  <a:latin typeface="Calibri"/>
                  <a:ea typeface="Calibri"/>
                  <a:cs typeface="Calibri"/>
                  <a:sym typeface="Calibri"/>
                </a:endParaRPr>
              </a:p>
            </p:txBody>
          </p:sp>
          <p:sp>
            <p:nvSpPr>
              <p:cNvPr id="266" name="Google Shape;266;p26"/>
              <p:cNvSpPr/>
              <p:nvPr/>
            </p:nvSpPr>
            <p:spPr>
              <a:xfrm>
                <a:off x="7874244" y="180836"/>
                <a:ext cx="1008000" cy="1008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cap="none" strike="noStrike">
                  <a:solidFill>
                    <a:srgbClr val="FFFFFF"/>
                  </a:solidFill>
                  <a:latin typeface="Calibri"/>
                  <a:ea typeface="Calibri"/>
                  <a:cs typeface="Calibri"/>
                  <a:sym typeface="Calibri"/>
                </a:endParaRPr>
              </a:p>
            </p:txBody>
          </p:sp>
        </p:grpSp>
        <p:sp>
          <p:nvSpPr>
            <p:cNvPr id="267" name="Google Shape;267;p26"/>
            <p:cNvSpPr/>
            <p:nvPr/>
          </p:nvSpPr>
          <p:spPr>
            <a:xfrm>
              <a:off x="873112" y="489640"/>
              <a:ext cx="6750900" cy="1395300"/>
            </a:xfrm>
            <a:prstGeom prst="rect">
              <a:avLst/>
            </a:prstGeom>
            <a:solidFill>
              <a:srgbClr val="6666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400"/>
                <a:buFont typeface="Arial"/>
                <a:buNone/>
              </a:pPr>
              <a:r>
                <a:rPr b="1" lang="en" sz="3600">
                  <a:solidFill>
                    <a:schemeClr val="dk1"/>
                  </a:solidFill>
                  <a:latin typeface="Microsoft YaHei"/>
                  <a:ea typeface="Microsoft YaHei"/>
                  <a:cs typeface="Microsoft YaHei"/>
                  <a:sym typeface="Microsoft YaHei"/>
                </a:rPr>
                <a:t>HTML</a:t>
              </a:r>
              <a:endParaRPr b="1" sz="3600">
                <a:solidFill>
                  <a:schemeClr val="dk1"/>
                </a:solidFill>
                <a:latin typeface="Microsoft YaHei"/>
                <a:ea typeface="Microsoft YaHei"/>
                <a:cs typeface="Microsoft YaHei"/>
                <a:sym typeface="Microsoft YaHei"/>
              </a:endParaRPr>
            </a:p>
            <a:p>
              <a:pPr indent="0" lvl="0" marL="0" marR="0" rtl="0" algn="l">
                <a:lnSpc>
                  <a:spcPct val="100000"/>
                </a:lnSpc>
                <a:spcBef>
                  <a:spcPts val="0"/>
                </a:spcBef>
                <a:spcAft>
                  <a:spcPts val="0"/>
                </a:spcAft>
                <a:buClr>
                  <a:schemeClr val="lt1"/>
                </a:buClr>
                <a:buSzPts val="2400"/>
                <a:buFont typeface="Arial"/>
                <a:buNone/>
              </a:pPr>
              <a:r>
                <a:rPr lang="en" sz="2700">
                  <a:solidFill>
                    <a:schemeClr val="lt1"/>
                  </a:solidFill>
                  <a:latin typeface="Microsoft YaHei"/>
                  <a:ea typeface="Microsoft YaHei"/>
                  <a:cs typeface="Microsoft YaHei"/>
                  <a:sym typeface="Microsoft YaHei"/>
                </a:rPr>
                <a:t>Hyper Text Markup Language</a:t>
              </a:r>
              <a:endParaRPr sz="2700">
                <a:solidFill>
                  <a:schemeClr val="lt1"/>
                </a:solidFill>
                <a:latin typeface="Microsoft YaHei"/>
                <a:ea typeface="Microsoft YaHei"/>
                <a:cs typeface="Microsoft YaHei"/>
                <a:sym typeface="Microsoft YaHei"/>
              </a:endParaRPr>
            </a:p>
          </p:txBody>
        </p:sp>
      </p:grpSp>
      <p:sp>
        <p:nvSpPr>
          <p:cNvPr id="268" name="Google Shape;268;p26"/>
          <p:cNvSpPr/>
          <p:nvPr/>
        </p:nvSpPr>
        <p:spPr>
          <a:xfrm flipH="1" rot="-5400000">
            <a:off x="736470" y="3304671"/>
            <a:ext cx="573300" cy="5778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7"/>
          <p:cNvSpPr/>
          <p:nvPr/>
        </p:nvSpPr>
        <p:spPr>
          <a:xfrm flipH="1">
            <a:off x="593725" y="608378"/>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274" name="Google Shape;274;p27"/>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275" name="Google Shape;275;p27"/>
          <p:cNvGrpSpPr/>
          <p:nvPr/>
        </p:nvGrpSpPr>
        <p:grpSpPr>
          <a:xfrm>
            <a:off x="593725" y="223202"/>
            <a:ext cx="8550275" cy="361950"/>
            <a:chOff x="0" y="0"/>
            <a:chExt cx="8550524" cy="362139"/>
          </a:xfrm>
        </p:grpSpPr>
        <p:sp>
          <p:nvSpPr>
            <p:cNvPr id="276" name="Google Shape;276;p27"/>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277" name="Google Shape;277;p27"/>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278" name="Google Shape;278;p27"/>
          <p:cNvGrpSpPr/>
          <p:nvPr/>
        </p:nvGrpSpPr>
        <p:grpSpPr>
          <a:xfrm>
            <a:off x="3826" y="583014"/>
            <a:ext cx="4568174" cy="539750"/>
            <a:chOff x="0" y="0"/>
            <a:chExt cx="3807075" cy="540000"/>
          </a:xfrm>
        </p:grpSpPr>
        <p:sp>
          <p:nvSpPr>
            <p:cNvPr id="279" name="Google Shape;279;p27"/>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	How to Make Website</a:t>
              </a:r>
              <a:endParaRPr/>
            </a:p>
          </p:txBody>
        </p:sp>
        <p:sp>
          <p:nvSpPr>
            <p:cNvPr id="280" name="Google Shape;280;p27"/>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281" name="Google Shape;281;p27"/>
          <p:cNvSpPr txBox="1"/>
          <p:nvPr/>
        </p:nvSpPr>
        <p:spPr>
          <a:xfrm>
            <a:off x="1384935" y="1454785"/>
            <a:ext cx="6741795" cy="152400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Make a Text File</a:t>
            </a:r>
            <a:endParaRPr/>
          </a:p>
          <a:p>
            <a:pPr indent="-285750" lvl="0" marL="285750" marR="0" rtl="0" algn="l">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Change the extension to from .txt to .html</a:t>
            </a:r>
            <a:endParaRPr/>
          </a:p>
          <a:p>
            <a:pPr indent="-285750" lvl="0" marL="285750" marR="0" rtl="0" algn="l">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Write Something</a:t>
            </a:r>
            <a:endParaRPr/>
          </a:p>
          <a:p>
            <a:pPr indent="-285750" lvl="0" marL="285750" marR="0" rtl="0" algn="l">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You’re done with your first website.</a:t>
            </a:r>
            <a:endParaRPr/>
          </a:p>
        </p:txBody>
      </p:sp>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8"/>
          <p:cNvSpPr/>
          <p:nvPr/>
        </p:nvSpPr>
        <p:spPr>
          <a:xfrm flipH="1">
            <a:off x="593725" y="608378"/>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287" name="Google Shape;287;p28"/>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288" name="Google Shape;288;p28"/>
          <p:cNvGrpSpPr/>
          <p:nvPr/>
        </p:nvGrpSpPr>
        <p:grpSpPr>
          <a:xfrm>
            <a:off x="593725" y="223202"/>
            <a:ext cx="8550275" cy="361950"/>
            <a:chOff x="0" y="0"/>
            <a:chExt cx="8550524" cy="362139"/>
          </a:xfrm>
        </p:grpSpPr>
        <p:sp>
          <p:nvSpPr>
            <p:cNvPr id="289" name="Google Shape;289;p28"/>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290" name="Google Shape;290;p28"/>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291" name="Google Shape;291;p28"/>
          <p:cNvGrpSpPr/>
          <p:nvPr/>
        </p:nvGrpSpPr>
        <p:grpSpPr>
          <a:xfrm>
            <a:off x="3826" y="583014"/>
            <a:ext cx="4568174" cy="539750"/>
            <a:chOff x="0" y="0"/>
            <a:chExt cx="3807075" cy="540000"/>
          </a:xfrm>
        </p:grpSpPr>
        <p:sp>
          <p:nvSpPr>
            <p:cNvPr id="292" name="Google Shape;292;p28"/>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	How to Make Website</a:t>
              </a:r>
              <a:endParaRPr/>
            </a:p>
          </p:txBody>
        </p:sp>
        <p:sp>
          <p:nvSpPr>
            <p:cNvPr id="293" name="Google Shape;293;p28"/>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294" name="Google Shape;294;p28"/>
          <p:cNvSpPr txBox="1"/>
          <p:nvPr/>
        </p:nvSpPr>
        <p:spPr>
          <a:xfrm>
            <a:off x="1384935" y="1454785"/>
            <a:ext cx="6741795" cy="152400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A website consists of three parts:</a:t>
            </a:r>
            <a:endParaRPr/>
          </a:p>
          <a:p>
            <a:pPr indent="-285750" lvl="1" marL="628650" marR="0" rtl="0" algn="l">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HTML </a:t>
            </a:r>
            <a:endParaRPr/>
          </a:p>
          <a:p>
            <a:pPr indent="-285750" lvl="1" marL="628650" marR="0" rtl="0" algn="l">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CSS</a:t>
            </a:r>
            <a:endParaRPr/>
          </a:p>
          <a:p>
            <a:pPr indent="-285750" lvl="1" marL="628650" marR="0" rtl="0" algn="l">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JavaScript</a:t>
            </a:r>
            <a:endParaRPr/>
          </a:p>
        </p:txBody>
      </p:sp>
    </p:spTree>
  </p:cSld>
  <p:clrMapOvr>
    <a:masterClrMapping/>
  </p:clrMapOvr>
  <p:transition spd="slow">
    <p:push/>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9"/>
          <p:cNvSpPr/>
          <p:nvPr/>
        </p:nvSpPr>
        <p:spPr>
          <a:xfrm flipH="1">
            <a:off x="593725" y="596900"/>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300" name="Google Shape;300;p29"/>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301" name="Google Shape;301;p29"/>
          <p:cNvGrpSpPr/>
          <p:nvPr/>
        </p:nvGrpSpPr>
        <p:grpSpPr>
          <a:xfrm>
            <a:off x="593725" y="237569"/>
            <a:ext cx="8550275" cy="361950"/>
            <a:chOff x="0" y="0"/>
            <a:chExt cx="8550524" cy="362139"/>
          </a:xfrm>
        </p:grpSpPr>
        <p:sp>
          <p:nvSpPr>
            <p:cNvPr id="302" name="Google Shape;302;p29"/>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303" name="Google Shape;303;p29"/>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304" name="Google Shape;304;p29"/>
          <p:cNvGrpSpPr/>
          <p:nvPr/>
        </p:nvGrpSpPr>
        <p:grpSpPr>
          <a:xfrm>
            <a:off x="0" y="600075"/>
            <a:ext cx="3806825" cy="539750"/>
            <a:chOff x="0" y="0"/>
            <a:chExt cx="3807075" cy="540000"/>
          </a:xfrm>
        </p:grpSpPr>
        <p:sp>
          <p:nvSpPr>
            <p:cNvPr id="305" name="Google Shape;305;p29"/>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Part of Webs</a:t>
              </a:r>
              <a:endParaRPr/>
            </a:p>
          </p:txBody>
        </p:sp>
        <p:sp>
          <p:nvSpPr>
            <p:cNvPr id="306" name="Google Shape;306;p29"/>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307" name="Google Shape;307;p29"/>
          <p:cNvGrpSpPr/>
          <p:nvPr/>
        </p:nvGrpSpPr>
        <p:grpSpPr>
          <a:xfrm>
            <a:off x="0" y="584835"/>
            <a:ext cx="3806825" cy="539750"/>
            <a:chOff x="0" y="0"/>
            <a:chExt cx="3807075" cy="540000"/>
          </a:xfrm>
        </p:grpSpPr>
        <p:sp>
          <p:nvSpPr>
            <p:cNvPr id="308" name="Google Shape;308;p29"/>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Parts of Website</a:t>
              </a:r>
              <a:endParaRPr/>
            </a:p>
          </p:txBody>
        </p:sp>
        <p:sp>
          <p:nvSpPr>
            <p:cNvPr id="309" name="Google Shape;309;p29"/>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pic>
        <p:nvPicPr>
          <p:cNvPr id="310" name="Google Shape;310;p29"/>
          <p:cNvPicPr preferRelativeResize="0"/>
          <p:nvPr/>
        </p:nvPicPr>
        <p:blipFill rotWithShape="1">
          <a:blip r:embed="rId3">
            <a:alphaModFix/>
          </a:blip>
          <a:srcRect b="0" l="0" r="0" t="0"/>
          <a:stretch/>
        </p:blipFill>
        <p:spPr>
          <a:xfrm>
            <a:off x="1685522" y="1139825"/>
            <a:ext cx="5772956" cy="3867690"/>
          </a:xfrm>
          <a:prstGeom prst="rect">
            <a:avLst/>
          </a:prstGeom>
          <a:noFill/>
          <a:ln>
            <a:noFill/>
          </a:ln>
        </p:spPr>
      </p:pic>
    </p:spTree>
  </p:cSld>
  <p:clrMapOvr>
    <a:masterClrMapping/>
  </p:clrMapOvr>
  <p:transition spd="slow">
    <p:push/>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0"/>
          <p:cNvSpPr/>
          <p:nvPr/>
        </p:nvSpPr>
        <p:spPr>
          <a:xfrm flipH="1">
            <a:off x="593725" y="61220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316" name="Google Shape;316;p30"/>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317" name="Google Shape;317;p30"/>
          <p:cNvGrpSpPr/>
          <p:nvPr/>
        </p:nvGrpSpPr>
        <p:grpSpPr>
          <a:xfrm>
            <a:off x="593725" y="234950"/>
            <a:ext cx="8550275" cy="361950"/>
            <a:chOff x="0" y="0"/>
            <a:chExt cx="8550524" cy="362139"/>
          </a:xfrm>
        </p:grpSpPr>
        <p:sp>
          <p:nvSpPr>
            <p:cNvPr id="318" name="Google Shape;318;p30"/>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319" name="Google Shape;319;p30"/>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320" name="Google Shape;320;p30"/>
          <p:cNvGrpSpPr/>
          <p:nvPr/>
        </p:nvGrpSpPr>
        <p:grpSpPr>
          <a:xfrm>
            <a:off x="0" y="584835"/>
            <a:ext cx="3806825" cy="539750"/>
            <a:chOff x="0" y="0"/>
            <a:chExt cx="3807075" cy="540000"/>
          </a:xfrm>
        </p:grpSpPr>
        <p:sp>
          <p:nvSpPr>
            <p:cNvPr id="321" name="Google Shape;321;p30"/>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Parts of Website</a:t>
              </a:r>
              <a:endParaRPr/>
            </a:p>
          </p:txBody>
        </p:sp>
        <p:sp>
          <p:nvSpPr>
            <p:cNvPr id="322" name="Google Shape;322;p30"/>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323" name="Google Shape;323;p30"/>
          <p:cNvSpPr txBox="1"/>
          <p:nvPr/>
        </p:nvSpPr>
        <p:spPr>
          <a:xfrm>
            <a:off x="1343025" y="1362075"/>
            <a:ext cx="7644765" cy="738664"/>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1400"/>
              <a:buFont typeface="Arial"/>
              <a:buChar char="•"/>
            </a:pPr>
            <a:r>
              <a:rPr b="0" i="0" lang="en" sz="1400" u="none">
                <a:solidFill>
                  <a:schemeClr val="dk1"/>
                </a:solidFill>
                <a:latin typeface="Arial"/>
                <a:ea typeface="Arial"/>
                <a:cs typeface="Arial"/>
                <a:sym typeface="Arial"/>
              </a:rPr>
              <a:t>In a website, HTML is the structure, CSS is the style, and JavaScript is the functionality.</a:t>
            </a:r>
            <a:endParaRPr/>
          </a:p>
          <a:p>
            <a:pPr indent="-285750" lvl="0" marL="285750" marR="0" rtl="0" algn="l">
              <a:lnSpc>
                <a:spcPct val="150000"/>
              </a:lnSpc>
              <a:spcBef>
                <a:spcPts val="0"/>
              </a:spcBef>
              <a:spcAft>
                <a:spcPts val="0"/>
              </a:spcAft>
              <a:buClr>
                <a:schemeClr val="dk1"/>
              </a:buClr>
              <a:buSzPts val="1400"/>
              <a:buFont typeface="Arial"/>
              <a:buChar char="•"/>
            </a:pPr>
            <a:r>
              <a:rPr b="0" i="0" lang="en" sz="1400" u="none">
                <a:solidFill>
                  <a:schemeClr val="dk1"/>
                </a:solidFill>
                <a:latin typeface="Arial"/>
                <a:ea typeface="Arial"/>
                <a:cs typeface="Arial"/>
                <a:sym typeface="Arial"/>
              </a:rPr>
              <a:t>Each website must contain HTML and CSS. </a:t>
            </a:r>
            <a:endParaRPr/>
          </a:p>
        </p:txBody>
      </p:sp>
      <p:pic>
        <p:nvPicPr>
          <p:cNvPr id="324" name="Google Shape;324;p30"/>
          <p:cNvPicPr preferRelativeResize="0"/>
          <p:nvPr/>
        </p:nvPicPr>
        <p:blipFill rotWithShape="1">
          <a:blip r:embed="rId3">
            <a:alphaModFix/>
          </a:blip>
          <a:srcRect b="0" l="0" r="0" t="0"/>
          <a:stretch/>
        </p:blipFill>
        <p:spPr>
          <a:xfrm>
            <a:off x="1744555" y="2217291"/>
            <a:ext cx="4638890" cy="2783334"/>
          </a:xfrm>
          <a:prstGeom prst="rect">
            <a:avLst/>
          </a:prstGeom>
          <a:noFill/>
          <a:ln>
            <a:noFill/>
          </a:ln>
        </p:spPr>
      </p:pic>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1"/>
          <p:cNvSpPr/>
          <p:nvPr/>
        </p:nvSpPr>
        <p:spPr>
          <a:xfrm flipH="1">
            <a:off x="593725" y="596900"/>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330" name="Google Shape;330;p31"/>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331" name="Google Shape;331;p31"/>
          <p:cNvGrpSpPr/>
          <p:nvPr/>
        </p:nvGrpSpPr>
        <p:grpSpPr>
          <a:xfrm>
            <a:off x="593725" y="237569"/>
            <a:ext cx="8550275" cy="361950"/>
            <a:chOff x="0" y="0"/>
            <a:chExt cx="8550524" cy="362139"/>
          </a:xfrm>
        </p:grpSpPr>
        <p:sp>
          <p:nvSpPr>
            <p:cNvPr id="332" name="Google Shape;332;p31"/>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333" name="Google Shape;333;p31"/>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334" name="Google Shape;334;p31"/>
          <p:cNvGrpSpPr/>
          <p:nvPr/>
        </p:nvGrpSpPr>
        <p:grpSpPr>
          <a:xfrm>
            <a:off x="0" y="600075"/>
            <a:ext cx="3806825" cy="539750"/>
            <a:chOff x="0" y="0"/>
            <a:chExt cx="3807075" cy="540000"/>
          </a:xfrm>
        </p:grpSpPr>
        <p:sp>
          <p:nvSpPr>
            <p:cNvPr id="335" name="Google Shape;335;p31"/>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Part of Webs</a:t>
              </a:r>
              <a:endParaRPr/>
            </a:p>
          </p:txBody>
        </p:sp>
        <p:sp>
          <p:nvSpPr>
            <p:cNvPr id="336" name="Google Shape;336;p31"/>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337" name="Google Shape;337;p31"/>
          <p:cNvGrpSpPr/>
          <p:nvPr/>
        </p:nvGrpSpPr>
        <p:grpSpPr>
          <a:xfrm>
            <a:off x="0" y="584835"/>
            <a:ext cx="3806825" cy="539750"/>
            <a:chOff x="0" y="0"/>
            <a:chExt cx="3807075" cy="540000"/>
          </a:xfrm>
        </p:grpSpPr>
        <p:sp>
          <p:nvSpPr>
            <p:cNvPr id="338" name="Google Shape;338;p31"/>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Parts of Website</a:t>
              </a:r>
              <a:endParaRPr/>
            </a:p>
          </p:txBody>
        </p:sp>
        <p:sp>
          <p:nvSpPr>
            <p:cNvPr id="339" name="Google Shape;339;p31"/>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pic>
        <p:nvPicPr>
          <p:cNvPr id="340" name="Google Shape;340;p31"/>
          <p:cNvPicPr preferRelativeResize="0"/>
          <p:nvPr/>
        </p:nvPicPr>
        <p:blipFill rotWithShape="1">
          <a:blip r:embed="rId3">
            <a:alphaModFix/>
          </a:blip>
          <a:srcRect b="0" l="0" r="0" t="0"/>
          <a:stretch/>
        </p:blipFill>
        <p:spPr>
          <a:xfrm>
            <a:off x="1874732" y="1471136"/>
            <a:ext cx="6163734" cy="3467101"/>
          </a:xfrm>
          <a:prstGeom prst="rect">
            <a:avLst/>
          </a:prstGeom>
          <a:noFill/>
          <a:ln>
            <a:noFill/>
          </a:ln>
        </p:spPr>
      </p:pic>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2"/>
          <p:cNvSpPr/>
          <p:nvPr/>
        </p:nvSpPr>
        <p:spPr>
          <a:xfrm flipH="1">
            <a:off x="593725" y="61220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346" name="Google Shape;346;p32"/>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347" name="Google Shape;347;p32"/>
          <p:cNvGrpSpPr/>
          <p:nvPr/>
        </p:nvGrpSpPr>
        <p:grpSpPr>
          <a:xfrm>
            <a:off x="593725" y="234950"/>
            <a:ext cx="8550275" cy="361950"/>
            <a:chOff x="0" y="0"/>
            <a:chExt cx="8550524" cy="362139"/>
          </a:xfrm>
        </p:grpSpPr>
        <p:sp>
          <p:nvSpPr>
            <p:cNvPr id="348" name="Google Shape;348;p32"/>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349" name="Google Shape;349;p32"/>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350" name="Google Shape;350;p32"/>
          <p:cNvGrpSpPr/>
          <p:nvPr/>
        </p:nvGrpSpPr>
        <p:grpSpPr>
          <a:xfrm>
            <a:off x="0" y="594995"/>
            <a:ext cx="3806825" cy="539750"/>
            <a:chOff x="0" y="0"/>
            <a:chExt cx="3807075" cy="540000"/>
          </a:xfrm>
        </p:grpSpPr>
        <p:sp>
          <p:nvSpPr>
            <p:cNvPr id="351" name="Google Shape;351;p32"/>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HTML</a:t>
              </a:r>
              <a:endParaRPr/>
            </a:p>
          </p:txBody>
        </p:sp>
        <p:sp>
          <p:nvSpPr>
            <p:cNvPr id="352" name="Google Shape;352;p32"/>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353" name="Google Shape;353;p32"/>
          <p:cNvSpPr/>
          <p:nvPr/>
        </p:nvSpPr>
        <p:spPr>
          <a:xfrm>
            <a:off x="1297305" y="1397000"/>
            <a:ext cx="7846695" cy="2262671"/>
          </a:xfrm>
          <a:prstGeom prst="rect">
            <a:avLst/>
          </a:prstGeom>
          <a:noFill/>
          <a:ln>
            <a:noFill/>
          </a:ln>
        </p:spPr>
        <p:txBody>
          <a:bodyPr anchorCtr="0" anchor="t" bIns="45700" lIns="91425" spcFirstLastPara="1" rIns="91425" wrap="square" tIns="45700">
            <a:noAutofit/>
          </a:bodyPr>
          <a:lstStyle/>
          <a:p>
            <a:pPr indent="-171450" lvl="0" marL="1714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HTML stands for </a:t>
            </a:r>
            <a:r>
              <a:rPr b="1" i="0" lang="en" sz="1600" u="none">
                <a:solidFill>
                  <a:schemeClr val="dk1"/>
                </a:solidFill>
                <a:latin typeface="Arial"/>
                <a:ea typeface="Arial"/>
                <a:cs typeface="Arial"/>
                <a:sym typeface="Arial"/>
              </a:rPr>
              <a:t>Hyper Text Markup Language.</a:t>
            </a:r>
            <a:endParaRPr/>
          </a:p>
          <a:p>
            <a:pPr indent="-171450" lvl="0" marL="1714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This is the displayed content on the website.</a:t>
            </a:r>
            <a:endParaRPr/>
          </a:p>
          <a:p>
            <a:pPr indent="-171450" lvl="0" marL="1714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HTML is a </a:t>
            </a:r>
            <a:r>
              <a:rPr b="0" i="0" lang="en" sz="1600" u="none">
                <a:solidFill>
                  <a:srgbClr val="6666FF"/>
                </a:solidFill>
                <a:latin typeface="Arial"/>
                <a:ea typeface="Arial"/>
                <a:cs typeface="Arial"/>
                <a:sym typeface="Arial"/>
              </a:rPr>
              <a:t>fundamental building block </a:t>
            </a:r>
            <a:r>
              <a:rPr b="0" i="0" lang="en" sz="1600" u="none">
                <a:solidFill>
                  <a:schemeClr val="dk1"/>
                </a:solidFill>
                <a:latin typeface="Arial"/>
                <a:ea typeface="Arial"/>
                <a:cs typeface="Arial"/>
                <a:sym typeface="Arial"/>
              </a:rPr>
              <a:t>of a Website.</a:t>
            </a:r>
            <a:endParaRPr b="0" i="0" sz="1600" u="none">
              <a:solidFill>
                <a:schemeClr val="dk1"/>
              </a:solidFill>
              <a:latin typeface="Arial"/>
              <a:ea typeface="Arial"/>
              <a:cs typeface="Arial"/>
              <a:sym typeface="Arial"/>
            </a:endParaRPr>
          </a:p>
          <a:p>
            <a:pPr indent="-171450" lvl="0" marL="1714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Try to see content of a website using Inspect Element.</a:t>
            </a:r>
            <a:endParaRPr/>
          </a:p>
          <a:p>
            <a:pPr indent="-69850" lvl="0" marL="171450" marR="0" rtl="0" algn="just">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69850" lvl="0" marL="171450" marR="0" rtl="0" algn="just">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p:txBody>
      </p:sp>
    </p:spTree>
  </p:cSld>
  <p:clrMapOvr>
    <a:masterClrMapping/>
  </p:clrMapOvr>
  <p:transition spd="slow">
    <p:push/>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33"/>
          <p:cNvSpPr/>
          <p:nvPr/>
        </p:nvSpPr>
        <p:spPr>
          <a:xfrm flipH="1">
            <a:off x="593725" y="61220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359" name="Google Shape;359;p33"/>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360" name="Google Shape;360;p33"/>
          <p:cNvGrpSpPr/>
          <p:nvPr/>
        </p:nvGrpSpPr>
        <p:grpSpPr>
          <a:xfrm>
            <a:off x="593725" y="237958"/>
            <a:ext cx="8550275" cy="361950"/>
            <a:chOff x="0" y="0"/>
            <a:chExt cx="8550524" cy="362139"/>
          </a:xfrm>
        </p:grpSpPr>
        <p:sp>
          <p:nvSpPr>
            <p:cNvPr id="361" name="Google Shape;361;p33"/>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362" name="Google Shape;362;p33"/>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363" name="Google Shape;363;p33"/>
          <p:cNvGrpSpPr/>
          <p:nvPr/>
        </p:nvGrpSpPr>
        <p:grpSpPr>
          <a:xfrm>
            <a:off x="-31750" y="593074"/>
            <a:ext cx="4411493" cy="548371"/>
            <a:chOff x="171461" y="-8625"/>
            <a:chExt cx="3807076" cy="548625"/>
          </a:xfrm>
        </p:grpSpPr>
        <p:sp>
          <p:nvSpPr>
            <p:cNvPr id="364" name="Google Shape;364;p33"/>
            <p:cNvSpPr/>
            <p:nvPr/>
          </p:nvSpPr>
          <p:spPr>
            <a:xfrm flipH="1">
              <a:off x="171461"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HTML Structure</a:t>
              </a:r>
              <a:endParaRPr b="1" i="0" sz="1800" u="none">
                <a:solidFill>
                  <a:srgbClr val="FFFFFF"/>
                </a:solidFill>
                <a:latin typeface="Calibri"/>
                <a:ea typeface="Calibri"/>
                <a:cs typeface="Calibri"/>
                <a:sym typeface="Calibri"/>
              </a:endParaRPr>
            </a:p>
          </p:txBody>
        </p:sp>
        <p:sp>
          <p:nvSpPr>
            <p:cNvPr id="365" name="Google Shape;365;p33"/>
            <p:cNvSpPr/>
            <p:nvPr/>
          </p:nvSpPr>
          <p:spPr>
            <a:xfrm flipH="1" rot="10800000">
              <a:off x="3438536" y="-8625"/>
              <a:ext cx="540001"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366" name="Google Shape;366;p33"/>
          <p:cNvSpPr/>
          <p:nvPr/>
        </p:nvSpPr>
        <p:spPr>
          <a:xfrm>
            <a:off x="1297305" y="1397000"/>
            <a:ext cx="7846695" cy="2632003"/>
          </a:xfrm>
          <a:prstGeom prst="rect">
            <a:avLst/>
          </a:prstGeom>
          <a:noFill/>
          <a:ln>
            <a:noFill/>
          </a:ln>
        </p:spPr>
        <p:txBody>
          <a:bodyPr anchorCtr="0" anchor="t" bIns="45700" lIns="91425" spcFirstLastPara="1" rIns="91425" wrap="square" tIns="45700">
            <a:noAutofit/>
          </a:bodyPr>
          <a:lstStyle/>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HTML file saved with the extension of </a:t>
            </a:r>
            <a:r>
              <a:rPr b="1" i="0" lang="en" sz="1600" u="none">
                <a:solidFill>
                  <a:schemeClr val="dk1"/>
                </a:solidFill>
                <a:latin typeface="Arial"/>
                <a:ea typeface="Arial"/>
                <a:cs typeface="Arial"/>
                <a:sym typeface="Arial"/>
              </a:rPr>
              <a:t>.html</a:t>
            </a:r>
            <a:r>
              <a:rPr b="0" i="0" lang="en" sz="1600" u="none">
                <a:solidFill>
                  <a:schemeClr val="dk1"/>
                </a:solidFill>
                <a:latin typeface="Arial"/>
                <a:ea typeface="Arial"/>
                <a:cs typeface="Arial"/>
                <a:sym typeface="Arial"/>
              </a:rPr>
              <a:t> or </a:t>
            </a:r>
            <a:r>
              <a:rPr b="1" i="0" lang="en" sz="1600" u="none">
                <a:solidFill>
                  <a:schemeClr val="dk1"/>
                </a:solidFill>
                <a:latin typeface="Arial"/>
                <a:ea typeface="Arial"/>
                <a:cs typeface="Arial"/>
                <a:sym typeface="Arial"/>
              </a:rPr>
              <a:t>.htm</a:t>
            </a:r>
            <a:endParaRPr b="1" i="0" sz="1600" u="none">
              <a:solidFill>
                <a:schemeClr val="dk1"/>
              </a:solidFill>
              <a:latin typeface="Arial"/>
              <a:ea typeface="Arial"/>
              <a:cs typeface="Arial"/>
              <a:sym typeface="Arial"/>
            </a:endParaRPr>
          </a:p>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Inside this file, we organize the content using tags.</a:t>
            </a:r>
            <a:endParaRPr/>
          </a:p>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Tags wrap the content, and each tag gives a special meaning to the text it wraps.</a:t>
            </a:r>
            <a:endParaRPr/>
          </a:p>
          <a:p>
            <a:pPr indent="-184150" lvl="0" marL="285750" marR="0" rtl="0" algn="just">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When an HTML page is served by the browser, the tags are interpreted, and the browser renders the elements according to the rules that define their visual appearance.</a:t>
            </a:r>
            <a:endParaRPr/>
          </a:p>
        </p:txBody>
      </p:sp>
    </p:spTree>
  </p:cSld>
  <p:clrMapOvr>
    <a:masterClrMapping/>
  </p:clrMapOvr>
  <p:transition spd="slow">
    <p:push/>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34"/>
          <p:cNvSpPr/>
          <p:nvPr/>
        </p:nvSpPr>
        <p:spPr>
          <a:xfrm flipH="1">
            <a:off x="593725" y="61220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372" name="Google Shape;372;p34"/>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373" name="Google Shape;373;p34"/>
          <p:cNvGrpSpPr/>
          <p:nvPr/>
        </p:nvGrpSpPr>
        <p:grpSpPr>
          <a:xfrm>
            <a:off x="593725" y="237958"/>
            <a:ext cx="8550275" cy="361950"/>
            <a:chOff x="0" y="0"/>
            <a:chExt cx="8550524" cy="362139"/>
          </a:xfrm>
        </p:grpSpPr>
        <p:sp>
          <p:nvSpPr>
            <p:cNvPr id="374" name="Google Shape;374;p34"/>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375" name="Google Shape;375;p34"/>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376" name="Google Shape;376;p34"/>
          <p:cNvGrpSpPr/>
          <p:nvPr/>
        </p:nvGrpSpPr>
        <p:grpSpPr>
          <a:xfrm>
            <a:off x="-31750" y="593074"/>
            <a:ext cx="4411493" cy="548371"/>
            <a:chOff x="171461" y="-8625"/>
            <a:chExt cx="3807076" cy="548625"/>
          </a:xfrm>
        </p:grpSpPr>
        <p:sp>
          <p:nvSpPr>
            <p:cNvPr id="377" name="Google Shape;377;p34"/>
            <p:cNvSpPr/>
            <p:nvPr/>
          </p:nvSpPr>
          <p:spPr>
            <a:xfrm flipH="1">
              <a:off x="171461"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HTML Structure</a:t>
              </a:r>
              <a:endParaRPr b="1" i="0" sz="1800" u="none">
                <a:solidFill>
                  <a:srgbClr val="FFFFFF"/>
                </a:solidFill>
                <a:latin typeface="Calibri"/>
                <a:ea typeface="Calibri"/>
                <a:cs typeface="Calibri"/>
                <a:sym typeface="Calibri"/>
              </a:endParaRPr>
            </a:p>
          </p:txBody>
        </p:sp>
        <p:sp>
          <p:nvSpPr>
            <p:cNvPr id="378" name="Google Shape;378;p34"/>
            <p:cNvSpPr/>
            <p:nvPr/>
          </p:nvSpPr>
          <p:spPr>
            <a:xfrm flipH="1" rot="10800000">
              <a:off x="3438536" y="-8625"/>
              <a:ext cx="540001"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379" name="Google Shape;379;p34"/>
          <p:cNvSpPr/>
          <p:nvPr/>
        </p:nvSpPr>
        <p:spPr>
          <a:xfrm>
            <a:off x="1297305" y="1397000"/>
            <a:ext cx="7846695" cy="2677656"/>
          </a:xfrm>
          <a:prstGeom prst="rect">
            <a:avLst/>
          </a:prstGeom>
          <a:noFill/>
          <a:ln>
            <a:noFill/>
          </a:ln>
        </p:spPr>
        <p:txBody>
          <a:bodyPr anchorCtr="0" anchor="t" bIns="45700" lIns="91425" spcFirstLastPara="1" rIns="91425" wrap="square" tIns="45700">
            <a:noAutofit/>
          </a:bodyPr>
          <a:lstStyle/>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Things start with the Document Type Declaration.</a:t>
            </a:r>
            <a:endParaRPr/>
          </a:p>
          <a:p>
            <a:pPr indent="-285750" lvl="1" marL="6286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&lt;!DOCTYPE html&gt;</a:t>
            </a:r>
            <a:endParaRPr/>
          </a:p>
          <a:p>
            <a:pPr indent="-285750" lvl="1" marL="6286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Then we have an &lt;html&gt; element with opening and closing tags.</a:t>
            </a:r>
            <a:endParaRPr/>
          </a:p>
          <a:p>
            <a:pPr indent="-285750" lvl="1" marL="6286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Then we have an &lt;head&gt; and &lt;body&gt; tag with opening and closing tags.</a:t>
            </a:r>
            <a:endParaRPr/>
          </a:p>
          <a:p>
            <a:pPr indent="-285750" lvl="1" marL="6286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Inside head we will have tags that are essential to creating a web page, like the title, the metadata.</a:t>
            </a:r>
            <a:endParaRPr/>
          </a:p>
          <a:p>
            <a:pPr indent="-285750" lvl="1" marL="6286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Inside body we will have the content of the page. The </a:t>
            </a:r>
            <a:r>
              <a:rPr b="1" i="0" lang="en" sz="1600" u="none" cap="none" strike="noStrike">
                <a:solidFill>
                  <a:schemeClr val="dk1"/>
                </a:solidFill>
                <a:latin typeface="Arial"/>
                <a:ea typeface="Arial"/>
                <a:cs typeface="Arial"/>
                <a:sym typeface="Arial"/>
              </a:rPr>
              <a:t>visible stuff.</a:t>
            </a:r>
            <a:endParaRPr/>
          </a:p>
        </p:txBody>
      </p:sp>
    </p:spTree>
  </p:cSld>
  <p:clrMapOvr>
    <a:masterClrMapping/>
  </p:clrMapOvr>
  <p:transition spd="slow">
    <p:push/>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35"/>
          <p:cNvSpPr/>
          <p:nvPr/>
        </p:nvSpPr>
        <p:spPr>
          <a:xfrm flipH="1">
            <a:off x="593725" y="619855"/>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385" name="Google Shape;385;p35"/>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386" name="Google Shape;386;p35"/>
          <p:cNvGrpSpPr/>
          <p:nvPr/>
        </p:nvGrpSpPr>
        <p:grpSpPr>
          <a:xfrm>
            <a:off x="593725" y="226648"/>
            <a:ext cx="8550275" cy="361950"/>
            <a:chOff x="0" y="0"/>
            <a:chExt cx="8550524" cy="362139"/>
          </a:xfrm>
        </p:grpSpPr>
        <p:sp>
          <p:nvSpPr>
            <p:cNvPr id="387" name="Google Shape;387;p35"/>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388" name="Google Shape;388;p35"/>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389" name="Google Shape;389;p35"/>
          <p:cNvGrpSpPr/>
          <p:nvPr/>
        </p:nvGrpSpPr>
        <p:grpSpPr>
          <a:xfrm>
            <a:off x="0" y="582834"/>
            <a:ext cx="3806825" cy="539750"/>
            <a:chOff x="0" y="0"/>
            <a:chExt cx="3807075" cy="540000"/>
          </a:xfrm>
        </p:grpSpPr>
        <p:sp>
          <p:nvSpPr>
            <p:cNvPr id="390" name="Google Shape;390;p35"/>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Tags</a:t>
              </a:r>
              <a:endParaRPr/>
            </a:p>
          </p:txBody>
        </p:sp>
        <p:sp>
          <p:nvSpPr>
            <p:cNvPr id="391" name="Google Shape;391;p35"/>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pic>
        <p:nvPicPr>
          <p:cNvPr id="392" name="Google Shape;392;p35"/>
          <p:cNvPicPr preferRelativeResize="0"/>
          <p:nvPr/>
        </p:nvPicPr>
        <p:blipFill rotWithShape="1">
          <a:blip r:embed="rId3">
            <a:alphaModFix/>
          </a:blip>
          <a:srcRect b="0" l="0" r="0" t="0"/>
          <a:stretch/>
        </p:blipFill>
        <p:spPr>
          <a:xfrm>
            <a:off x="1440327" y="1852264"/>
            <a:ext cx="5811061" cy="2924583"/>
          </a:xfrm>
          <a:prstGeom prst="rect">
            <a:avLst/>
          </a:prstGeom>
          <a:noFill/>
          <a:ln>
            <a:noFill/>
          </a:ln>
        </p:spPr>
      </p:pic>
      <p:sp>
        <p:nvSpPr>
          <p:cNvPr id="393" name="Google Shape;393;p35"/>
          <p:cNvSpPr/>
          <p:nvPr/>
        </p:nvSpPr>
        <p:spPr>
          <a:xfrm>
            <a:off x="1440327" y="1279418"/>
            <a:ext cx="7846695" cy="416011"/>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Most used &amp; common Tags are these</a:t>
            </a:r>
            <a:endParaRPr/>
          </a:p>
        </p:txBody>
      </p:sp>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36"/>
          <p:cNvSpPr/>
          <p:nvPr/>
        </p:nvSpPr>
        <p:spPr>
          <a:xfrm flipH="1">
            <a:off x="593725" y="608378"/>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399" name="Google Shape;399;p36"/>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400" name="Google Shape;400;p36"/>
          <p:cNvGrpSpPr/>
          <p:nvPr/>
        </p:nvGrpSpPr>
        <p:grpSpPr>
          <a:xfrm>
            <a:off x="593725" y="238125"/>
            <a:ext cx="8550275" cy="361950"/>
            <a:chOff x="0" y="0"/>
            <a:chExt cx="8550524" cy="362139"/>
          </a:xfrm>
        </p:grpSpPr>
        <p:sp>
          <p:nvSpPr>
            <p:cNvPr id="401" name="Google Shape;401;p36"/>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402" name="Google Shape;402;p36"/>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403" name="Google Shape;403;p36"/>
          <p:cNvGrpSpPr/>
          <p:nvPr/>
        </p:nvGrpSpPr>
        <p:grpSpPr>
          <a:xfrm>
            <a:off x="0" y="600075"/>
            <a:ext cx="3806825" cy="539750"/>
            <a:chOff x="0" y="0"/>
            <a:chExt cx="3807075" cy="540000"/>
          </a:xfrm>
        </p:grpSpPr>
        <p:grpSp>
          <p:nvGrpSpPr>
            <p:cNvPr id="404" name="Google Shape;404;p36"/>
            <p:cNvGrpSpPr/>
            <p:nvPr/>
          </p:nvGrpSpPr>
          <p:grpSpPr>
            <a:xfrm>
              <a:off x="0" y="0"/>
              <a:ext cx="3807075" cy="540000"/>
              <a:chOff x="0" y="0"/>
              <a:chExt cx="3807075" cy="540000"/>
            </a:xfrm>
          </p:grpSpPr>
          <p:sp>
            <p:nvSpPr>
              <p:cNvPr id="405" name="Google Shape;405;p36"/>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	Nesting Tags</a:t>
                </a:r>
                <a:endParaRPr/>
              </a:p>
            </p:txBody>
          </p:sp>
          <p:sp>
            <p:nvSpPr>
              <p:cNvPr id="406" name="Google Shape;406;p36"/>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407" name="Google Shape;407;p36"/>
            <p:cNvSpPr/>
            <p:nvPr/>
          </p:nvSpPr>
          <p:spPr>
            <a:xfrm>
              <a:off x="773475" y="100723"/>
              <a:ext cx="309900" cy="337341"/>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Arial"/>
                <a:buNone/>
              </a:pPr>
              <a:r>
                <a:t/>
              </a:r>
              <a:endParaRPr b="1" i="0" sz="1600" u="none">
                <a:solidFill>
                  <a:schemeClr val="lt1"/>
                </a:solidFill>
                <a:latin typeface="Microsoft YaHei"/>
                <a:ea typeface="Microsoft YaHei"/>
                <a:cs typeface="Microsoft YaHei"/>
                <a:sym typeface="Microsoft YaHei"/>
              </a:endParaRPr>
            </a:p>
          </p:txBody>
        </p:sp>
      </p:grpSp>
      <p:sp>
        <p:nvSpPr>
          <p:cNvPr id="408" name="Google Shape;408;p36"/>
          <p:cNvSpPr/>
          <p:nvPr/>
        </p:nvSpPr>
        <p:spPr>
          <a:xfrm>
            <a:off x="1297305" y="1397000"/>
            <a:ext cx="7846695" cy="255454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0" i="0" lang="en" sz="2000" u="none">
                <a:solidFill>
                  <a:schemeClr val="dk1"/>
                </a:solidFill>
                <a:latin typeface="Calibri"/>
                <a:ea typeface="Calibri"/>
                <a:cs typeface="Calibri"/>
                <a:sym typeface="Calibri"/>
              </a:rPr>
              <a:t>Nested elements are elements that have other elements in them. </a:t>
            </a:r>
            <a:endParaRPr/>
          </a:p>
          <a:p>
            <a:pPr indent="0" lvl="0" marL="0" marR="0" rtl="0" algn="l">
              <a:lnSpc>
                <a:spcPct val="100000"/>
              </a:lnSpc>
              <a:spcBef>
                <a:spcPts val="0"/>
              </a:spcBef>
              <a:spcAft>
                <a:spcPts val="0"/>
              </a:spcAft>
              <a:buClr>
                <a:schemeClr val="dk1"/>
              </a:buClr>
              <a:buSzPts val="2000"/>
              <a:buFont typeface="Arial"/>
              <a:buNone/>
            </a:pPr>
            <a:r>
              <a:t/>
            </a:r>
            <a:endParaRPr b="0" i="0" sz="2000" u="non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000"/>
              <a:buFont typeface="Arial"/>
              <a:buNone/>
            </a:pPr>
            <a:r>
              <a:rPr b="0" i="0" lang="en" sz="2000" u="none">
                <a:solidFill>
                  <a:schemeClr val="dk1"/>
                </a:solidFill>
                <a:latin typeface="Calibri"/>
                <a:ea typeface="Calibri"/>
                <a:cs typeface="Calibri"/>
                <a:sym typeface="Calibri"/>
              </a:rPr>
              <a:t>Example: </a:t>
            </a:r>
            <a:endParaRPr/>
          </a:p>
          <a:p>
            <a:pPr indent="0" lvl="0" marL="0" marR="0" rtl="0" algn="l">
              <a:lnSpc>
                <a:spcPct val="100000"/>
              </a:lnSpc>
              <a:spcBef>
                <a:spcPts val="0"/>
              </a:spcBef>
              <a:spcAft>
                <a:spcPts val="0"/>
              </a:spcAft>
              <a:buClr>
                <a:schemeClr val="dk1"/>
              </a:buClr>
              <a:buSzPts val="2000"/>
              <a:buFont typeface="Arial"/>
              <a:buNone/>
            </a:pPr>
            <a:r>
              <a:rPr b="0" i="0" lang="en" sz="2000" u="none">
                <a:solidFill>
                  <a:schemeClr val="dk1"/>
                </a:solidFill>
                <a:latin typeface="Calibri"/>
                <a:ea typeface="Calibri"/>
                <a:cs typeface="Calibri"/>
                <a:sym typeface="Calibri"/>
              </a:rPr>
              <a:t>&lt;p&gt;Full Stack Bootcamp by &lt;strong&gt;DiaaTech&lt;/strong&gt; is ongoing &lt;/p&gt;</a:t>
            </a:r>
            <a:endParaRPr/>
          </a:p>
          <a:p>
            <a:pPr indent="0" lvl="0" marL="0" marR="0" rtl="0" algn="l">
              <a:lnSpc>
                <a:spcPct val="100000"/>
              </a:lnSpc>
              <a:spcBef>
                <a:spcPts val="0"/>
              </a:spcBef>
              <a:spcAft>
                <a:spcPts val="0"/>
              </a:spcAft>
              <a:buClr>
                <a:schemeClr val="dk1"/>
              </a:buClr>
              <a:buSzPts val="2000"/>
              <a:buFont typeface="Arial"/>
              <a:buNone/>
            </a:pPr>
            <a:r>
              <a:t/>
            </a:r>
            <a:endParaRPr b="0" i="0" sz="2000" u="non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000"/>
              <a:buFont typeface="Arial"/>
              <a:buNone/>
            </a:pPr>
            <a:r>
              <a:rPr b="0" i="0" lang="en" sz="2000" u="none">
                <a:solidFill>
                  <a:schemeClr val="dk1"/>
                </a:solidFill>
                <a:latin typeface="Calibri"/>
                <a:ea typeface="Calibri"/>
                <a:cs typeface="Calibri"/>
                <a:sym typeface="Calibri"/>
              </a:rPr>
              <a:t>Result:</a:t>
            </a:r>
            <a:endParaRPr/>
          </a:p>
          <a:p>
            <a:pPr indent="0" lvl="0" marL="0" marR="0" rtl="0" algn="l">
              <a:lnSpc>
                <a:spcPct val="100000"/>
              </a:lnSpc>
              <a:spcBef>
                <a:spcPts val="0"/>
              </a:spcBef>
              <a:spcAft>
                <a:spcPts val="0"/>
              </a:spcAft>
              <a:buClr>
                <a:schemeClr val="dk1"/>
              </a:buClr>
              <a:buSzPts val="2000"/>
              <a:buFont typeface="Arial"/>
              <a:buNone/>
            </a:pPr>
            <a:r>
              <a:rPr b="0" i="0" lang="en" sz="2000" u="none">
                <a:solidFill>
                  <a:schemeClr val="dk1"/>
                </a:solidFill>
                <a:latin typeface="Calibri"/>
                <a:ea typeface="Calibri"/>
                <a:cs typeface="Calibri"/>
                <a:sym typeface="Calibri"/>
              </a:rPr>
              <a:t>	Full Stack Bootcamp by </a:t>
            </a:r>
            <a:r>
              <a:rPr b="1" i="0" lang="en" sz="2000" u="none">
                <a:solidFill>
                  <a:schemeClr val="dk1"/>
                </a:solidFill>
                <a:latin typeface="Calibri"/>
                <a:ea typeface="Calibri"/>
                <a:cs typeface="Calibri"/>
                <a:sym typeface="Calibri"/>
              </a:rPr>
              <a:t>DiaaTech</a:t>
            </a:r>
            <a:r>
              <a:rPr b="0" i="0" lang="en" sz="2000" u="none">
                <a:solidFill>
                  <a:schemeClr val="dk1"/>
                </a:solidFill>
                <a:latin typeface="Calibri"/>
                <a:ea typeface="Calibri"/>
                <a:cs typeface="Calibri"/>
                <a:sym typeface="Calibri"/>
              </a:rPr>
              <a:t> is ongoing</a:t>
            </a:r>
            <a:endParaRPr/>
          </a:p>
          <a:p>
            <a:pPr indent="0" lvl="0" marL="0" marR="0" rtl="0" algn="l">
              <a:lnSpc>
                <a:spcPct val="100000"/>
              </a:lnSpc>
              <a:spcBef>
                <a:spcPts val="0"/>
              </a:spcBef>
              <a:spcAft>
                <a:spcPts val="0"/>
              </a:spcAft>
              <a:buClr>
                <a:schemeClr val="dk1"/>
              </a:buClr>
              <a:buSzPts val="2000"/>
              <a:buFont typeface="Arial"/>
              <a:buNone/>
            </a:pPr>
            <a:r>
              <a:t/>
            </a:r>
            <a:endParaRPr b="0" i="0" sz="2000" u="none">
              <a:solidFill>
                <a:schemeClr val="dk1"/>
              </a:solidFill>
              <a:latin typeface="Calibri"/>
              <a:ea typeface="Calibri"/>
              <a:cs typeface="Calibri"/>
              <a:sym typeface="Calibri"/>
            </a:endParaRPr>
          </a:p>
        </p:txBody>
      </p:sp>
    </p:spTree>
  </p:cSld>
  <p:clrMapOvr>
    <a:masterClrMapping/>
  </p:clrMapOvr>
  <p:transition spd="slow">
    <p:push/>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37"/>
          <p:cNvSpPr/>
          <p:nvPr/>
        </p:nvSpPr>
        <p:spPr>
          <a:xfrm flipH="1">
            <a:off x="593725" y="60007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414" name="Google Shape;414;p37"/>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415" name="Google Shape;415;p37"/>
          <p:cNvGrpSpPr/>
          <p:nvPr/>
        </p:nvGrpSpPr>
        <p:grpSpPr>
          <a:xfrm>
            <a:off x="593725" y="238347"/>
            <a:ext cx="8550275" cy="361950"/>
            <a:chOff x="0" y="0"/>
            <a:chExt cx="8550524" cy="362139"/>
          </a:xfrm>
        </p:grpSpPr>
        <p:sp>
          <p:nvSpPr>
            <p:cNvPr id="416" name="Google Shape;416;p37"/>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417" name="Google Shape;417;p37"/>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418" name="Google Shape;418;p37"/>
          <p:cNvGrpSpPr/>
          <p:nvPr/>
        </p:nvGrpSpPr>
        <p:grpSpPr>
          <a:xfrm>
            <a:off x="0" y="600074"/>
            <a:ext cx="3806825" cy="539750"/>
            <a:chOff x="0" y="0"/>
            <a:chExt cx="3807075" cy="540000"/>
          </a:xfrm>
        </p:grpSpPr>
        <p:sp>
          <p:nvSpPr>
            <p:cNvPr id="419" name="Google Shape;419;p37"/>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3"/>
                </a:buClr>
                <a:buSzPts val="1800"/>
                <a:buFont typeface="Arial"/>
                <a:buNone/>
              </a:pPr>
              <a:r>
                <a:rPr b="1" i="0" lang="en" sz="1800" u="none">
                  <a:solidFill>
                    <a:schemeClr val="accent3"/>
                  </a:solidFill>
                  <a:latin typeface="Calibri"/>
                  <a:ea typeface="Calibri"/>
                  <a:cs typeface="Calibri"/>
                  <a:sym typeface="Calibri"/>
                </a:rPr>
                <a:t>Attributes</a:t>
              </a:r>
              <a:endParaRPr/>
            </a:p>
          </p:txBody>
        </p:sp>
        <p:sp>
          <p:nvSpPr>
            <p:cNvPr id="420" name="Google Shape;420;p37"/>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421" name="Google Shape;421;p37"/>
          <p:cNvSpPr/>
          <p:nvPr/>
        </p:nvSpPr>
        <p:spPr>
          <a:xfrm>
            <a:off x="1297305" y="1397000"/>
            <a:ext cx="7846695" cy="3093667"/>
          </a:xfrm>
          <a:prstGeom prst="rect">
            <a:avLst/>
          </a:prstGeom>
          <a:noFill/>
          <a:ln>
            <a:noFill/>
          </a:ln>
        </p:spPr>
        <p:txBody>
          <a:bodyPr anchorCtr="0" anchor="t" bIns="45700" lIns="91425" spcFirstLastPara="1" rIns="91425" wrap="square" tIns="45700">
            <a:noAutofit/>
          </a:bodyPr>
          <a:lstStyle/>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All HTML elements can have attributes</a:t>
            </a:r>
            <a:endParaRPr/>
          </a:p>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Attributes provide </a:t>
            </a:r>
            <a:r>
              <a:rPr b="1" i="0" lang="en" sz="1600" u="none">
                <a:solidFill>
                  <a:schemeClr val="dk1"/>
                </a:solidFill>
              </a:rPr>
              <a:t>additional information</a:t>
            </a:r>
            <a:r>
              <a:rPr b="0" i="0" lang="en" sz="1600" u="none">
                <a:solidFill>
                  <a:schemeClr val="dk1"/>
                </a:solidFill>
                <a:latin typeface="Arial"/>
                <a:ea typeface="Arial"/>
                <a:cs typeface="Arial"/>
                <a:sym typeface="Arial"/>
              </a:rPr>
              <a:t> about elements</a:t>
            </a:r>
            <a:r>
              <a:rPr b="0" i="0" lang="en" sz="2000" u="none">
                <a:solidFill>
                  <a:schemeClr val="dk1"/>
                </a:solidFill>
                <a:latin typeface="Calibri"/>
                <a:ea typeface="Calibri"/>
                <a:cs typeface="Calibri"/>
                <a:sym typeface="Calibri"/>
              </a:rPr>
              <a:t>.</a:t>
            </a:r>
            <a:endParaRPr/>
          </a:p>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Attributes are always specified in the </a:t>
            </a:r>
            <a:r>
              <a:rPr b="1" i="0" lang="en" sz="1600" u="none">
                <a:solidFill>
                  <a:schemeClr val="dk1"/>
                </a:solidFill>
              </a:rPr>
              <a:t>start tag.</a:t>
            </a:r>
            <a:endParaRPr b="1" i="0" sz="1600" u="none">
              <a:solidFill>
                <a:schemeClr val="dk1"/>
              </a:solidFill>
            </a:endParaRPr>
          </a:p>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The starting tag of an element can have special snippets of information we can attach, called </a:t>
            </a:r>
            <a:r>
              <a:rPr b="1" i="0" lang="en" sz="1600" u="none">
                <a:solidFill>
                  <a:schemeClr val="dk1"/>
                </a:solidFill>
              </a:rPr>
              <a:t>attributes</a:t>
            </a:r>
            <a:r>
              <a:rPr b="0" i="0" lang="en" sz="1600" u="none">
                <a:solidFill>
                  <a:schemeClr val="dk1"/>
                </a:solidFill>
                <a:latin typeface="Arial"/>
                <a:ea typeface="Arial"/>
                <a:cs typeface="Arial"/>
                <a:sym typeface="Arial"/>
              </a:rPr>
              <a:t>.</a:t>
            </a:r>
            <a:endParaRPr/>
          </a:p>
          <a:p>
            <a:pPr indent="-184150" lvl="0" marL="285750" marR="0" rtl="0" algn="just">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Attributes have the</a:t>
            </a:r>
            <a:r>
              <a:rPr b="1" i="0" lang="en" sz="1600" u="none">
                <a:solidFill>
                  <a:schemeClr val="dk1"/>
                </a:solidFill>
              </a:rPr>
              <a:t> key="value" </a:t>
            </a:r>
            <a:r>
              <a:rPr b="0" i="0" lang="en" sz="1600" u="none">
                <a:solidFill>
                  <a:schemeClr val="dk1"/>
                </a:solidFill>
                <a:latin typeface="Arial"/>
                <a:ea typeface="Arial"/>
                <a:cs typeface="Arial"/>
                <a:sym typeface="Arial"/>
              </a:rPr>
              <a:t>syntax.</a:t>
            </a:r>
            <a:endParaRPr/>
          </a:p>
          <a:p>
            <a:pPr indent="0" lvl="0" marL="0" marR="0" rtl="0" algn="just">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p:txBody>
      </p:sp>
    </p:spTree>
  </p:cSld>
  <p:clrMapOvr>
    <a:masterClrMapping/>
  </p:clrMapOvr>
  <p:transition spd="slow">
    <p:push/>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38"/>
          <p:cNvSpPr/>
          <p:nvPr/>
        </p:nvSpPr>
        <p:spPr>
          <a:xfrm flipH="1">
            <a:off x="593725" y="60007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427" name="Google Shape;427;p38"/>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428" name="Google Shape;428;p38"/>
          <p:cNvGrpSpPr/>
          <p:nvPr/>
        </p:nvGrpSpPr>
        <p:grpSpPr>
          <a:xfrm>
            <a:off x="593725" y="238347"/>
            <a:ext cx="8550275" cy="361950"/>
            <a:chOff x="0" y="0"/>
            <a:chExt cx="8550524" cy="362139"/>
          </a:xfrm>
        </p:grpSpPr>
        <p:sp>
          <p:nvSpPr>
            <p:cNvPr id="429" name="Google Shape;429;p38"/>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430" name="Google Shape;430;p38"/>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431" name="Google Shape;431;p38"/>
          <p:cNvGrpSpPr/>
          <p:nvPr/>
        </p:nvGrpSpPr>
        <p:grpSpPr>
          <a:xfrm>
            <a:off x="0" y="600074"/>
            <a:ext cx="3806825" cy="539750"/>
            <a:chOff x="0" y="0"/>
            <a:chExt cx="3807075" cy="540000"/>
          </a:xfrm>
        </p:grpSpPr>
        <p:sp>
          <p:nvSpPr>
            <p:cNvPr id="432" name="Google Shape;432;p38"/>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3"/>
                </a:buClr>
                <a:buSzPts val="1800"/>
                <a:buFont typeface="Arial"/>
                <a:buNone/>
              </a:pPr>
              <a:r>
                <a:rPr b="1" i="0" lang="en" sz="1800" u="none">
                  <a:solidFill>
                    <a:schemeClr val="accent3"/>
                  </a:solidFill>
                  <a:latin typeface="Calibri"/>
                  <a:ea typeface="Calibri"/>
                  <a:cs typeface="Calibri"/>
                  <a:sym typeface="Calibri"/>
                </a:rPr>
                <a:t>	Common Attributes</a:t>
              </a:r>
              <a:endParaRPr/>
            </a:p>
          </p:txBody>
        </p:sp>
        <p:sp>
          <p:nvSpPr>
            <p:cNvPr id="433" name="Google Shape;433;p38"/>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pic>
        <p:nvPicPr>
          <p:cNvPr id="434" name="Google Shape;434;p38"/>
          <p:cNvPicPr preferRelativeResize="0"/>
          <p:nvPr/>
        </p:nvPicPr>
        <p:blipFill rotWithShape="1">
          <a:blip r:embed="rId3">
            <a:alphaModFix/>
          </a:blip>
          <a:srcRect b="0" l="0" r="0" t="0"/>
          <a:stretch/>
        </p:blipFill>
        <p:spPr>
          <a:xfrm>
            <a:off x="1268346" y="1808092"/>
            <a:ext cx="7084750" cy="2670215"/>
          </a:xfrm>
          <a:prstGeom prst="rect">
            <a:avLst/>
          </a:prstGeom>
          <a:noFill/>
          <a:ln>
            <a:noFill/>
          </a:ln>
        </p:spPr>
      </p:pic>
    </p:spTree>
  </p:cSld>
  <p:clrMapOvr>
    <a:masterClrMapping/>
  </p:clrMapOvr>
  <p:transition spd="slow">
    <p:push/>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39"/>
          <p:cNvSpPr/>
          <p:nvPr/>
        </p:nvSpPr>
        <p:spPr>
          <a:xfrm flipH="1">
            <a:off x="593725" y="608378"/>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440" name="Google Shape;440;p39"/>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441" name="Google Shape;441;p39"/>
          <p:cNvGrpSpPr/>
          <p:nvPr/>
        </p:nvGrpSpPr>
        <p:grpSpPr>
          <a:xfrm>
            <a:off x="593725" y="238125"/>
            <a:ext cx="8550275" cy="361950"/>
            <a:chOff x="0" y="0"/>
            <a:chExt cx="8550524" cy="362139"/>
          </a:xfrm>
        </p:grpSpPr>
        <p:sp>
          <p:nvSpPr>
            <p:cNvPr id="442" name="Google Shape;442;p39"/>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443" name="Google Shape;443;p39"/>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444" name="Google Shape;444;p39"/>
          <p:cNvGrpSpPr/>
          <p:nvPr/>
        </p:nvGrpSpPr>
        <p:grpSpPr>
          <a:xfrm>
            <a:off x="0" y="600075"/>
            <a:ext cx="3806825" cy="539750"/>
            <a:chOff x="0" y="0"/>
            <a:chExt cx="3807075" cy="540000"/>
          </a:xfrm>
        </p:grpSpPr>
        <p:grpSp>
          <p:nvGrpSpPr>
            <p:cNvPr id="445" name="Google Shape;445;p39"/>
            <p:cNvGrpSpPr/>
            <p:nvPr/>
          </p:nvGrpSpPr>
          <p:grpSpPr>
            <a:xfrm>
              <a:off x="0" y="0"/>
              <a:ext cx="3807075" cy="540000"/>
              <a:chOff x="0" y="0"/>
              <a:chExt cx="3807075" cy="540000"/>
            </a:xfrm>
          </p:grpSpPr>
          <p:sp>
            <p:nvSpPr>
              <p:cNvPr id="446" name="Google Shape;446;p39"/>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Div Tag</a:t>
                </a:r>
                <a:endParaRPr/>
              </a:p>
            </p:txBody>
          </p:sp>
          <p:sp>
            <p:nvSpPr>
              <p:cNvPr id="447" name="Google Shape;447;p39"/>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448" name="Google Shape;448;p39"/>
            <p:cNvSpPr/>
            <p:nvPr/>
          </p:nvSpPr>
          <p:spPr>
            <a:xfrm>
              <a:off x="773475" y="100723"/>
              <a:ext cx="309900" cy="337341"/>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Arial"/>
                <a:buNone/>
              </a:pPr>
              <a:r>
                <a:t/>
              </a:r>
              <a:endParaRPr b="1" i="0" sz="1600" u="none">
                <a:solidFill>
                  <a:schemeClr val="lt1"/>
                </a:solidFill>
                <a:latin typeface="Microsoft YaHei"/>
                <a:ea typeface="Microsoft YaHei"/>
                <a:cs typeface="Microsoft YaHei"/>
                <a:sym typeface="Microsoft YaHei"/>
              </a:endParaRPr>
            </a:p>
          </p:txBody>
        </p:sp>
      </p:grpSp>
      <p:sp>
        <p:nvSpPr>
          <p:cNvPr id="449" name="Google Shape;449;p39"/>
          <p:cNvSpPr/>
          <p:nvPr/>
        </p:nvSpPr>
        <p:spPr>
          <a:xfrm>
            <a:off x="1297305" y="1397000"/>
            <a:ext cx="7846695" cy="2262671"/>
          </a:xfrm>
          <a:prstGeom prst="rect">
            <a:avLst/>
          </a:prstGeom>
          <a:noFill/>
          <a:ln>
            <a:noFill/>
          </a:ln>
        </p:spPr>
        <p:txBody>
          <a:bodyPr anchorCtr="0" anchor="t" bIns="45700" lIns="91425" spcFirstLastPara="1" rIns="91425" wrap="square" tIns="45700">
            <a:noAutofit/>
          </a:bodyPr>
          <a:lstStyle/>
          <a:p>
            <a:pPr indent="-285750" lvl="1" marL="6286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The &lt;div&gt; element is used as a container that </a:t>
            </a:r>
            <a:r>
              <a:rPr b="1" i="0" lang="en" sz="1600" u="none" cap="none" strike="noStrike">
                <a:solidFill>
                  <a:schemeClr val="dk1"/>
                </a:solidFill>
              </a:rPr>
              <a:t>divides</a:t>
            </a:r>
            <a:r>
              <a:rPr b="0" i="0" lang="en" sz="1600" u="none" cap="none" strike="noStrike">
                <a:solidFill>
                  <a:schemeClr val="dk1"/>
                </a:solidFill>
                <a:latin typeface="Arial"/>
                <a:ea typeface="Arial"/>
                <a:cs typeface="Arial"/>
                <a:sym typeface="Arial"/>
              </a:rPr>
              <a:t> an HTML document into sections and is short for “division”.</a:t>
            </a:r>
            <a:endParaRPr/>
          </a:p>
          <a:p>
            <a:pPr indent="-184150" lvl="1" marL="628650" marR="0" rtl="0" algn="just">
              <a:lnSpc>
                <a:spcPct val="15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285750" lvl="1" marL="6286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&lt;div&gt; elements can contain flow content such as headings, paragraphs, links, images, etc</a:t>
            </a:r>
            <a:endParaRPr b="0" i="0" sz="1600" u="none" cap="none" strike="noStrike">
              <a:solidFill>
                <a:schemeClr val="dk1"/>
              </a:solidFill>
              <a:latin typeface="Arial"/>
              <a:ea typeface="Arial"/>
              <a:cs typeface="Arial"/>
              <a:sym typeface="Arial"/>
            </a:endParaRPr>
          </a:p>
          <a:p>
            <a:pPr indent="0" lvl="1" marL="342900" marR="0" rtl="0" algn="just">
              <a:lnSpc>
                <a:spcPct val="150000"/>
              </a:lnSpc>
              <a:spcBef>
                <a:spcPts val="0"/>
              </a:spcBef>
              <a:spcAft>
                <a:spcPts val="0"/>
              </a:spcAft>
              <a:buClr>
                <a:schemeClr val="dk1"/>
              </a:buClr>
              <a:buSzPts val="1600"/>
              <a:buFont typeface="Arial"/>
              <a:buNone/>
            </a:pPr>
            <a:r>
              <a:t/>
            </a:r>
            <a:endParaRPr b="1" i="0" sz="1600" u="none" cap="none" strike="noStrike">
              <a:solidFill>
                <a:schemeClr val="dk1"/>
              </a:solidFill>
              <a:latin typeface="Arial"/>
              <a:ea typeface="Arial"/>
              <a:cs typeface="Arial"/>
              <a:sym typeface="Arial"/>
            </a:endParaRPr>
          </a:p>
        </p:txBody>
      </p:sp>
    </p:spTree>
  </p:cSld>
  <p:clrMapOvr>
    <a:masterClrMapping/>
  </p:clrMapOvr>
  <p:transition spd="slow">
    <p:push/>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40"/>
          <p:cNvSpPr/>
          <p:nvPr/>
        </p:nvSpPr>
        <p:spPr>
          <a:xfrm flipH="1">
            <a:off x="593725" y="60007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455" name="Google Shape;455;p40"/>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456" name="Google Shape;456;p40"/>
          <p:cNvGrpSpPr/>
          <p:nvPr/>
        </p:nvGrpSpPr>
        <p:grpSpPr>
          <a:xfrm>
            <a:off x="593725" y="238347"/>
            <a:ext cx="8550275" cy="361950"/>
            <a:chOff x="0" y="0"/>
            <a:chExt cx="8550524" cy="362139"/>
          </a:xfrm>
        </p:grpSpPr>
        <p:sp>
          <p:nvSpPr>
            <p:cNvPr id="457" name="Google Shape;457;p40"/>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458" name="Google Shape;458;p40"/>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459" name="Google Shape;459;p40"/>
          <p:cNvGrpSpPr/>
          <p:nvPr/>
        </p:nvGrpSpPr>
        <p:grpSpPr>
          <a:xfrm>
            <a:off x="0" y="600074"/>
            <a:ext cx="3806825" cy="539750"/>
            <a:chOff x="0" y="0"/>
            <a:chExt cx="3807075" cy="540000"/>
          </a:xfrm>
        </p:grpSpPr>
        <p:sp>
          <p:nvSpPr>
            <p:cNvPr id="460" name="Google Shape;460;p40"/>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3"/>
                </a:buClr>
                <a:buSzPts val="1800"/>
                <a:buFont typeface="Arial"/>
                <a:buNone/>
              </a:pPr>
              <a:r>
                <a:rPr b="1" i="0" lang="en" sz="1800" u="none">
                  <a:solidFill>
                    <a:schemeClr val="accent3"/>
                  </a:solidFill>
                  <a:latin typeface="Calibri"/>
                  <a:ea typeface="Calibri"/>
                  <a:cs typeface="Calibri"/>
                  <a:sym typeface="Calibri"/>
                </a:rPr>
                <a:t>Lists</a:t>
              </a:r>
              <a:endParaRPr/>
            </a:p>
          </p:txBody>
        </p:sp>
        <p:sp>
          <p:nvSpPr>
            <p:cNvPr id="461" name="Google Shape;461;p40"/>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462" name="Google Shape;462;p40"/>
          <p:cNvSpPr/>
          <p:nvPr/>
        </p:nvSpPr>
        <p:spPr>
          <a:xfrm>
            <a:off x="1297305" y="1397000"/>
            <a:ext cx="7846695" cy="1896481"/>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There are three types of Lists</a:t>
            </a:r>
            <a:endParaRPr/>
          </a:p>
          <a:p>
            <a:pPr indent="-285750" lvl="1" marL="628650" marR="0" rtl="0" algn="l">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Unordered lists</a:t>
            </a:r>
            <a:endParaRPr/>
          </a:p>
          <a:p>
            <a:pPr indent="-285750" lvl="1" marL="628650" marR="0" rtl="0" algn="l">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Ordered lists</a:t>
            </a:r>
            <a:endParaRPr/>
          </a:p>
          <a:p>
            <a:pPr indent="0" lvl="0" marL="0" marR="0" rtl="0" algn="l">
              <a:lnSpc>
                <a:spcPct val="150000"/>
              </a:lnSpc>
              <a:spcBef>
                <a:spcPts val="0"/>
              </a:spcBef>
              <a:spcAft>
                <a:spcPts val="0"/>
              </a:spcAft>
              <a:buNone/>
            </a:pPr>
            <a:r>
              <a:t/>
            </a:r>
            <a:endParaRPr/>
          </a:p>
          <a:p>
            <a:pPr indent="0" lvl="1" marL="342900" marR="0" rtl="0" algn="just">
              <a:lnSpc>
                <a:spcPct val="150000"/>
              </a:lnSpc>
              <a:spcBef>
                <a:spcPts val="0"/>
              </a:spcBef>
              <a:spcAft>
                <a:spcPts val="0"/>
              </a:spcAft>
              <a:buClr>
                <a:schemeClr val="dk1"/>
              </a:buClr>
              <a:buSzPts val="1600"/>
              <a:buFont typeface="Arial"/>
              <a:buNone/>
            </a:pPr>
            <a:r>
              <a:rPr b="0" i="0" lang="en" sz="1600" u="none" cap="none" strike="noStrike">
                <a:solidFill>
                  <a:schemeClr val="dk1"/>
                </a:solidFill>
                <a:latin typeface="Arial"/>
                <a:ea typeface="Arial"/>
                <a:cs typeface="Arial"/>
                <a:sym typeface="Arial"/>
              </a:rPr>
              <a:t>	</a:t>
            </a:r>
            <a:endParaRPr/>
          </a:p>
        </p:txBody>
      </p:sp>
    </p:spTree>
  </p:cSld>
  <p:clrMapOvr>
    <a:masterClrMapping/>
  </p:clrMapOvr>
  <p:transition spd="slow">
    <p:push/>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41"/>
          <p:cNvSpPr/>
          <p:nvPr/>
        </p:nvSpPr>
        <p:spPr>
          <a:xfrm flipH="1">
            <a:off x="593725" y="60007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468" name="Google Shape;468;p41"/>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469" name="Google Shape;469;p41"/>
          <p:cNvGrpSpPr/>
          <p:nvPr/>
        </p:nvGrpSpPr>
        <p:grpSpPr>
          <a:xfrm>
            <a:off x="593725" y="238347"/>
            <a:ext cx="8550275" cy="361950"/>
            <a:chOff x="0" y="0"/>
            <a:chExt cx="8550524" cy="362139"/>
          </a:xfrm>
        </p:grpSpPr>
        <p:sp>
          <p:nvSpPr>
            <p:cNvPr id="470" name="Google Shape;470;p41"/>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471" name="Google Shape;471;p41"/>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472" name="Google Shape;472;p41"/>
          <p:cNvGrpSpPr/>
          <p:nvPr/>
        </p:nvGrpSpPr>
        <p:grpSpPr>
          <a:xfrm>
            <a:off x="0" y="600074"/>
            <a:ext cx="3806825" cy="539750"/>
            <a:chOff x="0" y="0"/>
            <a:chExt cx="3807075" cy="540000"/>
          </a:xfrm>
        </p:grpSpPr>
        <p:sp>
          <p:nvSpPr>
            <p:cNvPr id="473" name="Google Shape;473;p41"/>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3"/>
                </a:buClr>
                <a:buSzPts val="1800"/>
                <a:buFont typeface="Arial"/>
                <a:buNone/>
              </a:pPr>
              <a:r>
                <a:rPr b="1" i="0" lang="en" sz="1800" u="none">
                  <a:solidFill>
                    <a:schemeClr val="accent3"/>
                  </a:solidFill>
                  <a:latin typeface="Calibri"/>
                  <a:ea typeface="Calibri"/>
                  <a:cs typeface="Calibri"/>
                  <a:sym typeface="Calibri"/>
                </a:rPr>
                <a:t>Forms</a:t>
              </a:r>
              <a:endParaRPr/>
            </a:p>
          </p:txBody>
        </p:sp>
        <p:sp>
          <p:nvSpPr>
            <p:cNvPr id="474" name="Google Shape;474;p41"/>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475" name="Google Shape;475;p41"/>
          <p:cNvSpPr/>
          <p:nvPr/>
        </p:nvSpPr>
        <p:spPr>
          <a:xfrm>
            <a:off x="1297305" y="1397000"/>
            <a:ext cx="7846695" cy="2308324"/>
          </a:xfrm>
          <a:prstGeom prst="rect">
            <a:avLst/>
          </a:prstGeom>
          <a:noFill/>
          <a:ln>
            <a:noFill/>
          </a:ln>
        </p:spPr>
        <p:txBody>
          <a:bodyPr anchorCtr="0" anchor="t" bIns="45700" lIns="91425" spcFirstLastPara="1" rIns="91425" wrap="square" tIns="45700">
            <a:noAutofit/>
          </a:bodyPr>
          <a:lstStyle/>
          <a:p>
            <a:pPr indent="-285750" lvl="0" marL="285750" marR="0" rtl="0" algn="just">
              <a:lnSpc>
                <a:spcPct val="150000"/>
              </a:lnSpc>
              <a:spcBef>
                <a:spcPts val="0"/>
              </a:spcBef>
              <a:spcAft>
                <a:spcPts val="0"/>
              </a:spcAft>
              <a:buClr>
                <a:schemeClr val="dk1"/>
              </a:buClr>
              <a:buSzPts val="1600"/>
              <a:buFont typeface="Arial"/>
              <a:buChar char="•"/>
            </a:pPr>
            <a:r>
              <a:rPr b="1" i="0" lang="en" sz="1600" u="none">
                <a:solidFill>
                  <a:schemeClr val="dk1"/>
                </a:solidFill>
                <a:latin typeface="Arial"/>
                <a:ea typeface="Arial"/>
                <a:cs typeface="Arial"/>
                <a:sym typeface="Arial"/>
              </a:rPr>
              <a:t>Forms</a:t>
            </a:r>
            <a:r>
              <a:rPr b="0" i="0" lang="en" sz="1600" u="none">
                <a:solidFill>
                  <a:schemeClr val="dk1"/>
                </a:solidFill>
                <a:latin typeface="Arial"/>
                <a:ea typeface="Arial"/>
                <a:cs typeface="Arial"/>
                <a:sym typeface="Arial"/>
              </a:rPr>
              <a:t> are the way you can </a:t>
            </a:r>
            <a:r>
              <a:rPr b="1" i="0" lang="en" sz="1600" u="none">
                <a:solidFill>
                  <a:schemeClr val="dk1"/>
                </a:solidFill>
              </a:rPr>
              <a:t>interact with a page</a:t>
            </a:r>
            <a:r>
              <a:rPr b="0" i="0" lang="en" sz="1600" u="none">
                <a:solidFill>
                  <a:schemeClr val="dk1"/>
                </a:solidFill>
                <a:latin typeface="Arial"/>
                <a:ea typeface="Arial"/>
                <a:cs typeface="Arial"/>
                <a:sym typeface="Arial"/>
              </a:rPr>
              <a:t>, or an app.</a:t>
            </a:r>
            <a:endParaRPr/>
          </a:p>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When you click submit </a:t>
            </a:r>
            <a:r>
              <a:rPr b="1" i="0" lang="en" sz="1600" u="none">
                <a:solidFill>
                  <a:schemeClr val="dk1"/>
                </a:solidFill>
              </a:rPr>
              <a:t>button</a:t>
            </a:r>
            <a:r>
              <a:rPr b="0" i="0" lang="en" sz="1600" u="none">
                <a:solidFill>
                  <a:schemeClr val="dk1"/>
                </a:solidFill>
                <a:latin typeface="Arial"/>
                <a:ea typeface="Arial"/>
                <a:cs typeface="Arial"/>
                <a:sym typeface="Arial"/>
              </a:rPr>
              <a:t>, data will be send to server.</a:t>
            </a:r>
            <a:endParaRPr/>
          </a:p>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Form is created using </a:t>
            </a:r>
            <a:r>
              <a:rPr b="1" i="0" lang="en" sz="1600" u="none">
                <a:solidFill>
                  <a:schemeClr val="dk1"/>
                </a:solidFill>
                <a:latin typeface="Arial"/>
                <a:ea typeface="Arial"/>
                <a:cs typeface="Arial"/>
                <a:sym typeface="Arial"/>
              </a:rPr>
              <a:t>&lt;form&gt; </a:t>
            </a:r>
            <a:r>
              <a:rPr b="0" i="0" lang="en" sz="1600" u="none">
                <a:solidFill>
                  <a:schemeClr val="dk1"/>
                </a:solidFill>
                <a:latin typeface="Arial"/>
                <a:ea typeface="Arial"/>
                <a:cs typeface="Arial"/>
                <a:sym typeface="Arial"/>
              </a:rPr>
              <a:t>tag.</a:t>
            </a:r>
            <a:endParaRPr/>
          </a:p>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Form can have multiple elements like.</a:t>
            </a:r>
            <a:endParaRPr/>
          </a:p>
        </p:txBody>
      </p:sp>
    </p:spTree>
  </p:cSld>
  <p:clrMapOvr>
    <a:masterClrMapping/>
  </p:clrMapOvr>
  <p:transition spd="slow">
    <p:push/>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42"/>
          <p:cNvSpPr/>
          <p:nvPr/>
        </p:nvSpPr>
        <p:spPr>
          <a:xfrm flipH="1">
            <a:off x="593725" y="60007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481" name="Google Shape;481;p42"/>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482" name="Google Shape;482;p42"/>
          <p:cNvGrpSpPr/>
          <p:nvPr/>
        </p:nvGrpSpPr>
        <p:grpSpPr>
          <a:xfrm>
            <a:off x="593725" y="238347"/>
            <a:ext cx="8550275" cy="361950"/>
            <a:chOff x="0" y="0"/>
            <a:chExt cx="8550524" cy="362139"/>
          </a:xfrm>
        </p:grpSpPr>
        <p:sp>
          <p:nvSpPr>
            <p:cNvPr id="483" name="Google Shape;483;p42"/>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484" name="Google Shape;484;p42"/>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485" name="Google Shape;485;p42"/>
          <p:cNvGrpSpPr/>
          <p:nvPr/>
        </p:nvGrpSpPr>
        <p:grpSpPr>
          <a:xfrm>
            <a:off x="0" y="600074"/>
            <a:ext cx="3806825" cy="539750"/>
            <a:chOff x="0" y="0"/>
            <a:chExt cx="3807075" cy="540000"/>
          </a:xfrm>
        </p:grpSpPr>
        <p:sp>
          <p:nvSpPr>
            <p:cNvPr id="486" name="Google Shape;486;p42"/>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3"/>
                </a:buClr>
                <a:buSzPts val="1800"/>
                <a:buFont typeface="Arial"/>
                <a:buNone/>
              </a:pPr>
              <a:r>
                <a:rPr b="1" i="0" lang="en" sz="1800" u="none">
                  <a:solidFill>
                    <a:schemeClr val="accent3"/>
                  </a:solidFill>
                  <a:latin typeface="Calibri"/>
                  <a:ea typeface="Calibri"/>
                  <a:cs typeface="Calibri"/>
                  <a:sym typeface="Calibri"/>
                </a:rPr>
                <a:t>Forms Tags</a:t>
              </a:r>
              <a:endParaRPr/>
            </a:p>
          </p:txBody>
        </p:sp>
        <p:sp>
          <p:nvSpPr>
            <p:cNvPr id="487" name="Google Shape;487;p42"/>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488" name="Google Shape;488;p42"/>
          <p:cNvSpPr/>
          <p:nvPr/>
        </p:nvSpPr>
        <p:spPr>
          <a:xfrm>
            <a:off x="1297305" y="1397000"/>
            <a:ext cx="7846695" cy="2677656"/>
          </a:xfrm>
          <a:prstGeom prst="rect">
            <a:avLst/>
          </a:prstGeom>
          <a:noFill/>
          <a:ln>
            <a:noFill/>
          </a:ln>
        </p:spPr>
        <p:txBody>
          <a:bodyPr anchorCtr="0" anchor="t" bIns="45700" lIns="91425" spcFirstLastPara="1" rIns="91425" wrap="square" tIns="45700">
            <a:noAutofit/>
          </a:bodyPr>
          <a:lstStyle/>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Forms can have multiple tags like</a:t>
            </a:r>
            <a:endParaRPr/>
          </a:p>
          <a:p>
            <a:pPr indent="-285750" lvl="1" marL="6286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Input Boxes</a:t>
            </a:r>
            <a:endParaRPr/>
          </a:p>
          <a:p>
            <a:pPr indent="-285750" lvl="1" marL="6286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Text Areas</a:t>
            </a:r>
            <a:endParaRPr/>
          </a:p>
          <a:p>
            <a:pPr indent="-285750" lvl="1" marL="6286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Select and Check Boxes </a:t>
            </a:r>
            <a:endParaRPr/>
          </a:p>
          <a:p>
            <a:pPr indent="-285750" lvl="1" marL="6286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Buttons </a:t>
            </a:r>
            <a:endParaRPr/>
          </a:p>
          <a:p>
            <a:pPr indent="-285750" lvl="1" marL="6286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File uploads</a:t>
            </a:r>
            <a:endParaRPr/>
          </a:p>
          <a:p>
            <a:pPr indent="-184150" lvl="0" marL="285750" marR="0" rtl="0" algn="just">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p:txBody>
      </p:sp>
    </p:spTree>
  </p:cSld>
  <p:clrMapOvr>
    <a:masterClrMapping/>
  </p:clrMapOvr>
  <p:transition spd="slow">
    <p:push/>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43"/>
          <p:cNvSpPr/>
          <p:nvPr/>
        </p:nvSpPr>
        <p:spPr>
          <a:xfrm flipH="1">
            <a:off x="593725" y="60007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494" name="Google Shape;494;p43"/>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495" name="Google Shape;495;p43"/>
          <p:cNvGrpSpPr/>
          <p:nvPr/>
        </p:nvGrpSpPr>
        <p:grpSpPr>
          <a:xfrm>
            <a:off x="593725" y="238347"/>
            <a:ext cx="8550275" cy="361950"/>
            <a:chOff x="0" y="0"/>
            <a:chExt cx="8550524" cy="362139"/>
          </a:xfrm>
        </p:grpSpPr>
        <p:sp>
          <p:nvSpPr>
            <p:cNvPr id="496" name="Google Shape;496;p43"/>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497" name="Google Shape;497;p43"/>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498" name="Google Shape;498;p43"/>
          <p:cNvGrpSpPr/>
          <p:nvPr/>
        </p:nvGrpSpPr>
        <p:grpSpPr>
          <a:xfrm>
            <a:off x="0" y="600074"/>
            <a:ext cx="3806825" cy="539750"/>
            <a:chOff x="0" y="0"/>
            <a:chExt cx="3807075" cy="540000"/>
          </a:xfrm>
        </p:grpSpPr>
        <p:sp>
          <p:nvSpPr>
            <p:cNvPr id="499" name="Google Shape;499;p43"/>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3"/>
                </a:buClr>
                <a:buSzPts val="1800"/>
                <a:buFont typeface="Arial"/>
                <a:buNone/>
              </a:pPr>
              <a:r>
                <a:rPr b="1" i="0" lang="en" sz="1800" u="none">
                  <a:solidFill>
                    <a:schemeClr val="accent3"/>
                  </a:solidFill>
                  <a:latin typeface="Calibri"/>
                  <a:ea typeface="Calibri"/>
                  <a:cs typeface="Calibri"/>
                  <a:sym typeface="Calibri"/>
                </a:rPr>
                <a:t>Input Tag</a:t>
              </a:r>
              <a:endParaRPr/>
            </a:p>
          </p:txBody>
        </p:sp>
        <p:sp>
          <p:nvSpPr>
            <p:cNvPr id="500" name="Google Shape;500;p43"/>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501" name="Google Shape;501;p43"/>
          <p:cNvSpPr/>
          <p:nvPr/>
        </p:nvSpPr>
        <p:spPr>
          <a:xfrm>
            <a:off x="1297305" y="1397000"/>
            <a:ext cx="7846695" cy="3416320"/>
          </a:xfrm>
          <a:prstGeom prst="rect">
            <a:avLst/>
          </a:prstGeom>
          <a:noFill/>
          <a:ln>
            <a:noFill/>
          </a:ln>
        </p:spPr>
        <p:txBody>
          <a:bodyPr anchorCtr="0" anchor="t" bIns="45700" lIns="91425" spcFirstLastPara="1" rIns="91425" wrap="square" tIns="45700">
            <a:noAutofit/>
          </a:bodyPr>
          <a:lstStyle/>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Most widely used elements of form.</a:t>
            </a:r>
            <a:endParaRPr/>
          </a:p>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A versatile element which can change behavior. </a:t>
            </a:r>
            <a:endParaRPr/>
          </a:p>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Type of input tag can be</a:t>
            </a:r>
            <a:endParaRPr/>
          </a:p>
          <a:p>
            <a:pPr indent="-285750" lvl="1" marL="6286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Text</a:t>
            </a:r>
            <a:endParaRPr/>
          </a:p>
          <a:p>
            <a:pPr indent="-285750" lvl="1" marL="6286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Number</a:t>
            </a:r>
            <a:endParaRPr/>
          </a:p>
          <a:p>
            <a:pPr indent="-285750" lvl="1" marL="6286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Password</a:t>
            </a:r>
            <a:endParaRPr/>
          </a:p>
          <a:p>
            <a:pPr indent="-285750" lvl="1" marL="6286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Email</a:t>
            </a:r>
            <a:endParaRPr/>
          </a:p>
          <a:p>
            <a:pPr indent="-285750" lvl="1" marL="6286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Submit</a:t>
            </a:r>
            <a:endParaRPr/>
          </a:p>
          <a:p>
            <a:pPr indent="0" lvl="1" marL="342900" marR="0" rtl="0" algn="just">
              <a:lnSpc>
                <a:spcPct val="150000"/>
              </a:lnSpc>
              <a:spcBef>
                <a:spcPts val="0"/>
              </a:spcBef>
              <a:spcAft>
                <a:spcPts val="0"/>
              </a:spcAft>
              <a:buClr>
                <a:schemeClr val="dk1"/>
              </a:buClr>
              <a:buSzPts val="1600"/>
              <a:buFont typeface="Arial"/>
              <a:buNone/>
            </a:pPr>
            <a:r>
              <a:rPr b="0" i="0" lang="en" sz="1600" u="none" cap="none" strike="noStrike">
                <a:solidFill>
                  <a:schemeClr val="dk1"/>
                </a:solidFill>
                <a:latin typeface="Arial"/>
                <a:ea typeface="Arial"/>
                <a:cs typeface="Arial"/>
                <a:sym typeface="Arial"/>
              </a:rPr>
              <a:t>We can place default value in a Form.</a:t>
            </a:r>
            <a:endParaRPr/>
          </a:p>
        </p:txBody>
      </p:sp>
    </p:spTree>
  </p:cSld>
  <p:clrMapOvr>
    <a:masterClrMapping/>
  </p:clrMapOvr>
  <p:transition spd="slow">
    <p:push/>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44"/>
          <p:cNvSpPr/>
          <p:nvPr/>
        </p:nvSpPr>
        <p:spPr>
          <a:xfrm flipH="1">
            <a:off x="593725" y="60007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507" name="Google Shape;507;p44"/>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508" name="Google Shape;508;p44"/>
          <p:cNvGrpSpPr/>
          <p:nvPr/>
        </p:nvGrpSpPr>
        <p:grpSpPr>
          <a:xfrm>
            <a:off x="593725" y="314547"/>
            <a:ext cx="8550524" cy="361958"/>
            <a:chOff x="0" y="0"/>
            <a:chExt cx="8550524" cy="362139"/>
          </a:xfrm>
        </p:grpSpPr>
        <p:sp>
          <p:nvSpPr>
            <p:cNvPr id="509" name="Google Shape;509;p44"/>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510" name="Google Shape;510;p44"/>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511" name="Google Shape;511;p44"/>
          <p:cNvGrpSpPr/>
          <p:nvPr/>
        </p:nvGrpSpPr>
        <p:grpSpPr>
          <a:xfrm>
            <a:off x="0" y="600074"/>
            <a:ext cx="3806825" cy="539750"/>
            <a:chOff x="0" y="0"/>
            <a:chExt cx="3807075" cy="540000"/>
          </a:xfrm>
        </p:grpSpPr>
        <p:sp>
          <p:nvSpPr>
            <p:cNvPr id="512" name="Google Shape;512;p44"/>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3"/>
                </a:buClr>
                <a:buSzPts val="1800"/>
                <a:buFont typeface="Arial"/>
                <a:buNone/>
              </a:pPr>
              <a:r>
                <a:rPr b="1" i="0" lang="en" sz="1800" u="none">
                  <a:solidFill>
                    <a:schemeClr val="accent3"/>
                  </a:solidFill>
                  <a:latin typeface="Calibri"/>
                  <a:ea typeface="Calibri"/>
                  <a:cs typeface="Calibri"/>
                  <a:sym typeface="Calibri"/>
                </a:rPr>
                <a:t>Input Tag</a:t>
              </a:r>
              <a:endParaRPr/>
            </a:p>
          </p:txBody>
        </p:sp>
        <p:sp>
          <p:nvSpPr>
            <p:cNvPr id="513" name="Google Shape;513;p44"/>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514" name="Google Shape;514;p44"/>
          <p:cNvSpPr/>
          <p:nvPr/>
        </p:nvSpPr>
        <p:spPr>
          <a:xfrm>
            <a:off x="1297305" y="1397000"/>
            <a:ext cx="7846695" cy="2677656"/>
          </a:xfrm>
          <a:prstGeom prst="rect">
            <a:avLst/>
          </a:prstGeom>
          <a:noFill/>
          <a:ln>
            <a:noFill/>
          </a:ln>
        </p:spPr>
        <p:txBody>
          <a:bodyPr anchorCtr="0" anchor="t" bIns="45700" lIns="91425" spcFirstLastPara="1" rIns="91425" wrap="square" tIns="45700">
            <a:noAutofit/>
          </a:bodyPr>
          <a:lstStyle/>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 We can set field as required.</a:t>
            </a:r>
            <a:endParaRPr/>
          </a:p>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Some other types</a:t>
            </a:r>
            <a:endParaRPr/>
          </a:p>
          <a:p>
            <a:pPr indent="-285750" lvl="1" marL="6286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File</a:t>
            </a:r>
            <a:endParaRPr/>
          </a:p>
          <a:p>
            <a:pPr indent="-285750" lvl="1" marL="6286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Button</a:t>
            </a:r>
            <a:endParaRPr/>
          </a:p>
          <a:p>
            <a:pPr indent="-285750" lvl="1" marL="6286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Radio Button</a:t>
            </a:r>
            <a:endParaRPr/>
          </a:p>
          <a:p>
            <a:pPr indent="-285750" lvl="1" marL="6286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Check Boxes</a:t>
            </a:r>
            <a:endParaRPr/>
          </a:p>
          <a:p>
            <a:pPr indent="-285750" lvl="1" marL="6286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Date</a:t>
            </a:r>
            <a:endParaRPr/>
          </a:p>
        </p:txBody>
      </p:sp>
    </p:spTree>
  </p:cSld>
  <p:clrMapOvr>
    <a:masterClrMapping/>
  </p:clrMapOvr>
  <p:transition spd="slow">
    <p:push/>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45"/>
          <p:cNvSpPr/>
          <p:nvPr/>
        </p:nvSpPr>
        <p:spPr>
          <a:xfrm flipH="1">
            <a:off x="593725" y="60007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520" name="Google Shape;520;p45"/>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521" name="Google Shape;521;p45"/>
          <p:cNvGrpSpPr/>
          <p:nvPr/>
        </p:nvGrpSpPr>
        <p:grpSpPr>
          <a:xfrm>
            <a:off x="593725" y="238347"/>
            <a:ext cx="8550275" cy="361950"/>
            <a:chOff x="0" y="0"/>
            <a:chExt cx="8550524" cy="362139"/>
          </a:xfrm>
        </p:grpSpPr>
        <p:sp>
          <p:nvSpPr>
            <p:cNvPr id="522" name="Google Shape;522;p45"/>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523" name="Google Shape;523;p45"/>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524" name="Google Shape;524;p45"/>
          <p:cNvGrpSpPr/>
          <p:nvPr/>
        </p:nvGrpSpPr>
        <p:grpSpPr>
          <a:xfrm>
            <a:off x="0" y="600074"/>
            <a:ext cx="3806825" cy="539750"/>
            <a:chOff x="0" y="0"/>
            <a:chExt cx="3807075" cy="540000"/>
          </a:xfrm>
        </p:grpSpPr>
        <p:sp>
          <p:nvSpPr>
            <p:cNvPr id="525" name="Google Shape;525;p45"/>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3"/>
                </a:buClr>
                <a:buSzPts val="1800"/>
                <a:buFont typeface="Arial"/>
                <a:buNone/>
              </a:pPr>
              <a:r>
                <a:rPr b="1" i="0" lang="en" sz="1800" u="none">
                  <a:solidFill>
                    <a:schemeClr val="accent3"/>
                  </a:solidFill>
                  <a:latin typeface="Calibri"/>
                  <a:ea typeface="Calibri"/>
                  <a:cs typeface="Calibri"/>
                  <a:sym typeface="Calibri"/>
                </a:rPr>
                <a:t>Text Area Tag</a:t>
              </a:r>
              <a:endParaRPr/>
            </a:p>
          </p:txBody>
        </p:sp>
        <p:sp>
          <p:nvSpPr>
            <p:cNvPr id="526" name="Google Shape;526;p45"/>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527" name="Google Shape;527;p45"/>
          <p:cNvSpPr/>
          <p:nvPr/>
        </p:nvSpPr>
        <p:spPr>
          <a:xfrm>
            <a:off x="1297305" y="1397000"/>
            <a:ext cx="7846695" cy="1569660"/>
          </a:xfrm>
          <a:prstGeom prst="rect">
            <a:avLst/>
          </a:prstGeom>
          <a:noFill/>
          <a:ln>
            <a:noFill/>
          </a:ln>
        </p:spPr>
        <p:txBody>
          <a:bodyPr anchorCtr="0" anchor="t" bIns="45700" lIns="91425" spcFirstLastPara="1" rIns="91425" wrap="square" tIns="45700">
            <a:noAutofit/>
          </a:bodyPr>
          <a:lstStyle/>
          <a:p>
            <a:pPr indent="-285750" lvl="1" marL="6286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The </a:t>
            </a:r>
            <a:r>
              <a:rPr b="1" i="0" lang="en" sz="1600" u="none" cap="none" strike="noStrike">
                <a:solidFill>
                  <a:schemeClr val="dk1"/>
                </a:solidFill>
                <a:latin typeface="Arial"/>
                <a:ea typeface="Arial"/>
                <a:cs typeface="Arial"/>
                <a:sym typeface="Arial"/>
              </a:rPr>
              <a:t>&lt;textarea&gt; </a:t>
            </a:r>
            <a:r>
              <a:rPr b="0" i="0" lang="en" sz="1600" u="none" cap="none" strike="noStrike">
                <a:solidFill>
                  <a:schemeClr val="dk1"/>
                </a:solidFill>
                <a:latin typeface="Arial"/>
                <a:ea typeface="Arial"/>
                <a:cs typeface="Arial"/>
                <a:sym typeface="Arial"/>
              </a:rPr>
              <a:t>element allows users to enter multi-line text.</a:t>
            </a:r>
            <a:endParaRPr/>
          </a:p>
          <a:p>
            <a:pPr indent="0" lvl="1" marL="342900" marR="0" rtl="0" algn="just">
              <a:lnSpc>
                <a:spcPct val="15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285750" lvl="1" marL="6286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We can set dimensions of Text Area.</a:t>
            </a:r>
            <a:endParaRPr/>
          </a:p>
          <a:p>
            <a:pPr indent="-184150" lvl="1" marL="628650" marR="0" rtl="0" algn="just">
              <a:lnSpc>
                <a:spcPct val="15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p:txBody>
      </p:sp>
    </p:spTree>
  </p:cSld>
  <p:clrMapOvr>
    <a:masterClrMapping/>
  </p:clrMapOvr>
  <p:transition spd="slow">
    <p:push/>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46"/>
          <p:cNvSpPr/>
          <p:nvPr/>
        </p:nvSpPr>
        <p:spPr>
          <a:xfrm flipH="1">
            <a:off x="593725" y="60007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533" name="Google Shape;533;p46"/>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534" name="Google Shape;534;p46"/>
          <p:cNvGrpSpPr/>
          <p:nvPr/>
        </p:nvGrpSpPr>
        <p:grpSpPr>
          <a:xfrm>
            <a:off x="593725" y="238347"/>
            <a:ext cx="8550275" cy="361950"/>
            <a:chOff x="0" y="0"/>
            <a:chExt cx="8550524" cy="362139"/>
          </a:xfrm>
        </p:grpSpPr>
        <p:sp>
          <p:nvSpPr>
            <p:cNvPr id="535" name="Google Shape;535;p46"/>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536" name="Google Shape;536;p46"/>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537" name="Google Shape;537;p46"/>
          <p:cNvGrpSpPr/>
          <p:nvPr/>
        </p:nvGrpSpPr>
        <p:grpSpPr>
          <a:xfrm>
            <a:off x="0" y="600074"/>
            <a:ext cx="3806825" cy="539750"/>
            <a:chOff x="0" y="0"/>
            <a:chExt cx="3807075" cy="540000"/>
          </a:xfrm>
        </p:grpSpPr>
        <p:sp>
          <p:nvSpPr>
            <p:cNvPr id="538" name="Google Shape;538;p46"/>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3"/>
                </a:buClr>
                <a:buSzPts val="1800"/>
                <a:buFont typeface="Arial"/>
                <a:buNone/>
              </a:pPr>
              <a:r>
                <a:rPr b="1" i="0" lang="en" sz="1800" u="none">
                  <a:solidFill>
                    <a:schemeClr val="accent3"/>
                  </a:solidFill>
                  <a:latin typeface="Calibri"/>
                  <a:ea typeface="Calibri"/>
                  <a:cs typeface="Calibri"/>
                  <a:sym typeface="Calibri"/>
                </a:rPr>
                <a:t>Select Tag</a:t>
              </a:r>
              <a:endParaRPr/>
            </a:p>
          </p:txBody>
        </p:sp>
        <p:sp>
          <p:nvSpPr>
            <p:cNvPr id="539" name="Google Shape;539;p46"/>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540" name="Google Shape;540;p46"/>
          <p:cNvSpPr/>
          <p:nvPr/>
        </p:nvSpPr>
        <p:spPr>
          <a:xfrm>
            <a:off x="1297305" y="1397000"/>
            <a:ext cx="7846695" cy="2677656"/>
          </a:xfrm>
          <a:prstGeom prst="rect">
            <a:avLst/>
          </a:prstGeom>
          <a:noFill/>
          <a:ln>
            <a:noFill/>
          </a:ln>
        </p:spPr>
        <p:txBody>
          <a:bodyPr anchorCtr="0" anchor="t" bIns="45700" lIns="91425" spcFirstLastPara="1" rIns="91425" wrap="square" tIns="45700">
            <a:noAutofit/>
          </a:bodyPr>
          <a:lstStyle/>
          <a:p>
            <a:pPr indent="-285750" lvl="1" marL="6286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This tag is used to create a drop-down menu.</a:t>
            </a:r>
            <a:endParaRPr/>
          </a:p>
          <a:p>
            <a:pPr indent="-285750" lvl="1" marL="6286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The user can choose one of the options available.</a:t>
            </a:r>
            <a:endParaRPr b="0" i="0" sz="1600" u="none" cap="none" strike="noStrike">
              <a:solidFill>
                <a:schemeClr val="dk1"/>
              </a:solidFill>
              <a:latin typeface="Arial"/>
              <a:ea typeface="Arial"/>
              <a:cs typeface="Arial"/>
              <a:sym typeface="Arial"/>
            </a:endParaRPr>
          </a:p>
          <a:p>
            <a:pPr indent="0" lvl="1" marL="342900" marR="0" rtl="0" algn="just">
              <a:lnSpc>
                <a:spcPct val="15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0" lvl="1" marL="342900" marR="0" rtl="0" algn="just">
              <a:lnSpc>
                <a:spcPct val="150000"/>
              </a:lnSpc>
              <a:spcBef>
                <a:spcPts val="0"/>
              </a:spcBef>
              <a:spcAft>
                <a:spcPts val="0"/>
              </a:spcAft>
              <a:buClr>
                <a:srgbClr val="6C3814"/>
              </a:buClr>
              <a:buSzPts val="1600"/>
              <a:buFont typeface="Arial"/>
              <a:buNone/>
            </a:pPr>
            <a:r>
              <a:rPr b="0" i="0" lang="en" sz="1600" u="none" cap="none" strike="noStrike">
                <a:solidFill>
                  <a:srgbClr val="6C3814"/>
                </a:solidFill>
                <a:latin typeface="Arial"/>
                <a:ea typeface="Arial"/>
                <a:cs typeface="Arial"/>
                <a:sym typeface="Arial"/>
              </a:rPr>
              <a:t>&lt;select name="color"&gt;</a:t>
            </a:r>
            <a:endParaRPr/>
          </a:p>
          <a:p>
            <a:pPr indent="0" lvl="1" marL="342900" marR="0" rtl="0" algn="just">
              <a:lnSpc>
                <a:spcPct val="150000"/>
              </a:lnSpc>
              <a:spcBef>
                <a:spcPts val="0"/>
              </a:spcBef>
              <a:spcAft>
                <a:spcPts val="0"/>
              </a:spcAft>
              <a:buClr>
                <a:srgbClr val="6C3814"/>
              </a:buClr>
              <a:buSzPts val="1600"/>
              <a:buFont typeface="Arial"/>
              <a:buNone/>
            </a:pPr>
            <a:r>
              <a:rPr b="0" i="0" lang="en" sz="1600" u="none" cap="none" strike="noStrike">
                <a:solidFill>
                  <a:srgbClr val="6C3814"/>
                </a:solidFill>
                <a:latin typeface="Arial"/>
                <a:ea typeface="Arial"/>
                <a:cs typeface="Arial"/>
                <a:sym typeface="Arial"/>
              </a:rPr>
              <a:t>    &lt;option value="</a:t>
            </a:r>
            <a:r>
              <a:rPr b="0" i="0" lang="en" sz="1600" u="none" cap="none" strike="noStrike">
                <a:solidFill>
                  <a:srgbClr val="FF0000"/>
                </a:solidFill>
                <a:latin typeface="Arial"/>
                <a:ea typeface="Arial"/>
                <a:cs typeface="Arial"/>
                <a:sym typeface="Arial"/>
              </a:rPr>
              <a:t>red</a:t>
            </a:r>
            <a:r>
              <a:rPr b="0" i="0" lang="en" sz="1600" u="none" cap="none" strike="noStrike">
                <a:solidFill>
                  <a:srgbClr val="6C3814"/>
                </a:solidFill>
                <a:latin typeface="Arial"/>
                <a:ea typeface="Arial"/>
                <a:cs typeface="Arial"/>
                <a:sym typeface="Arial"/>
              </a:rPr>
              <a:t>"&gt;Red&lt;/option&gt;</a:t>
            </a:r>
            <a:endParaRPr/>
          </a:p>
          <a:p>
            <a:pPr indent="0" lvl="1" marL="342900" marR="0" rtl="0" algn="just">
              <a:lnSpc>
                <a:spcPct val="150000"/>
              </a:lnSpc>
              <a:spcBef>
                <a:spcPts val="0"/>
              </a:spcBef>
              <a:spcAft>
                <a:spcPts val="0"/>
              </a:spcAft>
              <a:buClr>
                <a:srgbClr val="6C3814"/>
              </a:buClr>
              <a:buSzPts val="1600"/>
              <a:buFont typeface="Arial"/>
              <a:buNone/>
            </a:pPr>
            <a:r>
              <a:rPr b="0" i="0" lang="en" sz="1600" u="none" cap="none" strike="noStrike">
                <a:solidFill>
                  <a:srgbClr val="6C3814"/>
                </a:solidFill>
                <a:latin typeface="Arial"/>
                <a:ea typeface="Arial"/>
                <a:cs typeface="Arial"/>
                <a:sym typeface="Arial"/>
              </a:rPr>
              <a:t>    &lt;option value="</a:t>
            </a:r>
            <a:r>
              <a:rPr b="0" i="0" lang="en" sz="1600" u="none" cap="none" strike="noStrike">
                <a:solidFill>
                  <a:srgbClr val="FF0000"/>
                </a:solidFill>
                <a:latin typeface="Arial"/>
                <a:ea typeface="Arial"/>
                <a:cs typeface="Arial"/>
                <a:sym typeface="Arial"/>
              </a:rPr>
              <a:t>yellow</a:t>
            </a:r>
            <a:r>
              <a:rPr b="0" i="0" lang="en" sz="1600" u="none" cap="none" strike="noStrike">
                <a:solidFill>
                  <a:srgbClr val="6C3814"/>
                </a:solidFill>
                <a:latin typeface="Arial"/>
                <a:ea typeface="Arial"/>
                <a:cs typeface="Arial"/>
                <a:sym typeface="Arial"/>
              </a:rPr>
              <a:t>"&gt;Yellow&lt;/option&gt;</a:t>
            </a:r>
            <a:endParaRPr/>
          </a:p>
          <a:p>
            <a:pPr indent="0" lvl="1" marL="342900" marR="0" rtl="0" algn="just">
              <a:lnSpc>
                <a:spcPct val="150000"/>
              </a:lnSpc>
              <a:spcBef>
                <a:spcPts val="0"/>
              </a:spcBef>
              <a:spcAft>
                <a:spcPts val="0"/>
              </a:spcAft>
              <a:buClr>
                <a:srgbClr val="6C3814"/>
              </a:buClr>
              <a:buSzPts val="1600"/>
              <a:buFont typeface="Arial"/>
              <a:buNone/>
            </a:pPr>
            <a:r>
              <a:rPr b="0" i="0" lang="en" sz="1600" u="none" cap="none" strike="noStrike">
                <a:solidFill>
                  <a:srgbClr val="6C3814"/>
                </a:solidFill>
                <a:latin typeface="Arial"/>
                <a:ea typeface="Arial"/>
                <a:cs typeface="Arial"/>
                <a:sym typeface="Arial"/>
              </a:rPr>
              <a:t>&lt;/select&gt;</a:t>
            </a:r>
            <a:endParaRPr/>
          </a:p>
        </p:txBody>
      </p:sp>
    </p:spTree>
  </p:cSld>
  <p:clrMapOvr>
    <a:masterClrMapping/>
  </p:clrMapOvr>
  <p:transition spd="slow">
    <p:push/>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47"/>
          <p:cNvSpPr/>
          <p:nvPr/>
        </p:nvSpPr>
        <p:spPr>
          <a:xfrm flipH="1">
            <a:off x="593725" y="60007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546" name="Google Shape;546;p47"/>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547" name="Google Shape;547;p47"/>
          <p:cNvGrpSpPr/>
          <p:nvPr/>
        </p:nvGrpSpPr>
        <p:grpSpPr>
          <a:xfrm>
            <a:off x="593725" y="238347"/>
            <a:ext cx="8550275" cy="361950"/>
            <a:chOff x="0" y="0"/>
            <a:chExt cx="8550524" cy="362139"/>
          </a:xfrm>
        </p:grpSpPr>
        <p:sp>
          <p:nvSpPr>
            <p:cNvPr id="548" name="Google Shape;548;p47"/>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549" name="Google Shape;549;p47"/>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550" name="Google Shape;550;p47"/>
          <p:cNvGrpSpPr/>
          <p:nvPr/>
        </p:nvGrpSpPr>
        <p:grpSpPr>
          <a:xfrm>
            <a:off x="0" y="600074"/>
            <a:ext cx="3806825" cy="539750"/>
            <a:chOff x="0" y="0"/>
            <a:chExt cx="3807075" cy="540000"/>
          </a:xfrm>
        </p:grpSpPr>
        <p:sp>
          <p:nvSpPr>
            <p:cNvPr id="551" name="Google Shape;551;p47"/>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3"/>
                </a:buClr>
                <a:buSzPts val="1800"/>
                <a:buFont typeface="Arial"/>
                <a:buNone/>
              </a:pPr>
              <a:r>
                <a:rPr b="1" i="0" lang="en" sz="1800" u="none">
                  <a:solidFill>
                    <a:schemeClr val="accent3"/>
                  </a:solidFill>
                  <a:latin typeface="Calibri"/>
                  <a:ea typeface="Calibri"/>
                  <a:cs typeface="Calibri"/>
                  <a:sym typeface="Calibri"/>
                </a:rPr>
                <a:t>Let’s Play</a:t>
              </a:r>
              <a:endParaRPr/>
            </a:p>
          </p:txBody>
        </p:sp>
        <p:sp>
          <p:nvSpPr>
            <p:cNvPr id="552" name="Google Shape;552;p47"/>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553" name="Google Shape;553;p47"/>
          <p:cNvSpPr/>
          <p:nvPr/>
        </p:nvSpPr>
        <p:spPr>
          <a:xfrm>
            <a:off x="1297305" y="2296036"/>
            <a:ext cx="7846695" cy="1287532"/>
          </a:xfrm>
          <a:prstGeom prst="rect">
            <a:avLst/>
          </a:prstGeom>
          <a:noFill/>
          <a:ln>
            <a:noFill/>
          </a:ln>
        </p:spPr>
        <p:txBody>
          <a:bodyPr anchorCtr="0" anchor="t" bIns="45700" lIns="91425" spcFirstLastPara="1" rIns="91425" wrap="square" tIns="45700">
            <a:noAutofit/>
          </a:bodyPr>
          <a:lstStyle/>
          <a:p>
            <a:pPr indent="-285750" lvl="1" marL="628650" marR="0" rtl="0" algn="just">
              <a:lnSpc>
                <a:spcPct val="150000"/>
              </a:lnSpc>
              <a:spcBef>
                <a:spcPts val="0"/>
              </a:spcBef>
              <a:spcAft>
                <a:spcPts val="0"/>
              </a:spcAft>
              <a:buClr>
                <a:schemeClr val="dk1"/>
              </a:buClr>
              <a:buSzPts val="1800"/>
              <a:buFont typeface="Arial"/>
              <a:buChar char="•"/>
            </a:pPr>
            <a:r>
              <a:rPr b="1" i="0" lang="en" sz="1800" u="none" cap="none" strike="noStrike">
                <a:solidFill>
                  <a:schemeClr val="dk1"/>
                </a:solidFill>
                <a:latin typeface="Arial"/>
                <a:ea typeface="Arial"/>
                <a:cs typeface="Arial"/>
                <a:sym typeface="Arial"/>
              </a:rPr>
              <a:t>Project 1</a:t>
            </a:r>
            <a:r>
              <a:rPr b="0" i="0" lang="en" sz="1800" u="none" cap="none" strike="noStrike">
                <a:solidFill>
                  <a:schemeClr val="dk1"/>
                </a:solidFill>
                <a:latin typeface="Arial"/>
                <a:ea typeface="Arial"/>
                <a:cs typeface="Arial"/>
                <a:sym typeface="Arial"/>
              </a:rPr>
              <a:t>: Portfolio Website</a:t>
            </a:r>
            <a:endParaRPr/>
          </a:p>
          <a:p>
            <a:pPr indent="-285750" lvl="1" marL="628650" marR="0" rtl="0" algn="just">
              <a:lnSpc>
                <a:spcPct val="150000"/>
              </a:lnSpc>
              <a:spcBef>
                <a:spcPts val="0"/>
              </a:spcBef>
              <a:spcAft>
                <a:spcPts val="0"/>
              </a:spcAft>
              <a:buClr>
                <a:schemeClr val="dk1"/>
              </a:buClr>
              <a:buSzPts val="1800"/>
              <a:buFont typeface="Arial"/>
              <a:buChar char="•"/>
            </a:pPr>
            <a:r>
              <a:rPr b="1" i="0" lang="en" sz="1800" u="none" cap="none" strike="noStrike">
                <a:solidFill>
                  <a:schemeClr val="dk1"/>
                </a:solidFill>
                <a:latin typeface="Arial"/>
                <a:ea typeface="Arial"/>
                <a:cs typeface="Arial"/>
                <a:sym typeface="Arial"/>
              </a:rPr>
              <a:t>Project 2</a:t>
            </a:r>
            <a:r>
              <a:rPr b="0" i="0" lang="en" sz="1800" u="none" cap="none" strike="noStrike">
                <a:solidFill>
                  <a:schemeClr val="dk1"/>
                </a:solidFill>
                <a:latin typeface="Arial"/>
                <a:ea typeface="Arial"/>
                <a:cs typeface="Arial"/>
                <a:sym typeface="Arial"/>
              </a:rPr>
              <a:t>: Registration Page</a:t>
            </a:r>
            <a:endParaRPr/>
          </a:p>
          <a:p>
            <a:pPr indent="-285750" lvl="1" marL="628650" marR="0" rtl="0" algn="just">
              <a:lnSpc>
                <a:spcPct val="150000"/>
              </a:lnSpc>
              <a:spcBef>
                <a:spcPts val="0"/>
              </a:spcBef>
              <a:spcAft>
                <a:spcPts val="0"/>
              </a:spcAft>
              <a:buClr>
                <a:schemeClr val="dk1"/>
              </a:buClr>
              <a:buSzPts val="1800"/>
              <a:buFont typeface="Arial"/>
              <a:buChar char="•"/>
            </a:pPr>
            <a:r>
              <a:rPr b="1" i="0" lang="en" sz="1800" u="none" cap="none" strike="noStrike">
                <a:solidFill>
                  <a:schemeClr val="dk1"/>
                </a:solidFill>
                <a:latin typeface="Arial"/>
                <a:ea typeface="Arial"/>
                <a:cs typeface="Arial"/>
                <a:sym typeface="Arial"/>
              </a:rPr>
              <a:t>Project 3</a:t>
            </a:r>
            <a:r>
              <a:rPr b="0" i="0" lang="en" sz="1800" u="none" cap="none" strike="noStrike">
                <a:solidFill>
                  <a:schemeClr val="dk1"/>
                </a:solidFill>
                <a:latin typeface="Arial"/>
                <a:ea typeface="Arial"/>
                <a:cs typeface="Arial"/>
                <a:sym typeface="Arial"/>
              </a:rPr>
              <a:t>: Product Blog</a:t>
            </a:r>
            <a:endParaRPr/>
          </a:p>
        </p:txBody>
      </p:sp>
    </p:spTree>
  </p:cSld>
  <p:clrMapOvr>
    <a:masterClrMapping/>
  </p:clrMapOvr>
  <p:transition spd="slow">
    <p:push/>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48"/>
          <p:cNvSpPr/>
          <p:nvPr/>
        </p:nvSpPr>
        <p:spPr>
          <a:xfrm flipH="1">
            <a:off x="593788" y="600074"/>
            <a:ext cx="360300" cy="45465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559" name="Google Shape;559;p48"/>
          <p:cNvSpPr/>
          <p:nvPr/>
        </p:nvSpPr>
        <p:spPr>
          <a:xfrm flipH="1" rot="10800000">
            <a:off x="3267075" y="-3926"/>
            <a:ext cx="539700" cy="597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560" name="Google Shape;560;p48"/>
          <p:cNvGrpSpPr/>
          <p:nvPr/>
        </p:nvGrpSpPr>
        <p:grpSpPr>
          <a:xfrm>
            <a:off x="593725" y="238347"/>
            <a:ext cx="8550524" cy="362033"/>
            <a:chOff x="0" y="0"/>
            <a:chExt cx="8550524" cy="362214"/>
          </a:xfrm>
        </p:grpSpPr>
        <p:sp>
          <p:nvSpPr>
            <p:cNvPr id="561" name="Google Shape;561;p48"/>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562" name="Google Shape;562;p48"/>
            <p:cNvSpPr/>
            <p:nvPr/>
          </p:nvSpPr>
          <p:spPr>
            <a:xfrm flipH="1">
              <a:off x="359924" y="714"/>
              <a:ext cx="8190600" cy="3615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563" name="Google Shape;563;p48"/>
          <p:cNvGrpSpPr/>
          <p:nvPr/>
        </p:nvGrpSpPr>
        <p:grpSpPr>
          <a:xfrm>
            <a:off x="75" y="600074"/>
            <a:ext cx="3806619" cy="539730"/>
            <a:chOff x="75" y="0"/>
            <a:chExt cx="3807000" cy="540000"/>
          </a:xfrm>
        </p:grpSpPr>
        <p:sp>
          <p:nvSpPr>
            <p:cNvPr id="564" name="Google Shape;564;p48"/>
            <p:cNvSpPr/>
            <p:nvPr/>
          </p:nvSpPr>
          <p:spPr>
            <a:xfrm flipH="1">
              <a:off x="75" y="0"/>
              <a:ext cx="3267000"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3"/>
                </a:buClr>
                <a:buSzPts val="1800"/>
                <a:buFont typeface="Arial"/>
                <a:buNone/>
              </a:pPr>
              <a:r>
                <a:rPr b="1" i="0" lang="en" sz="1800" u="none">
                  <a:solidFill>
                    <a:schemeClr val="accent3"/>
                  </a:solidFill>
                  <a:latin typeface="Calibri"/>
                  <a:ea typeface="Calibri"/>
                  <a:cs typeface="Calibri"/>
                  <a:sym typeface="Calibri"/>
                </a:rPr>
                <a:t>Let’s Play</a:t>
              </a:r>
              <a:endParaRPr/>
            </a:p>
          </p:txBody>
        </p:sp>
        <p:sp>
          <p:nvSpPr>
            <p:cNvPr id="565" name="Google Shape;565;p48"/>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566" name="Google Shape;566;p48"/>
          <p:cNvSpPr/>
          <p:nvPr/>
        </p:nvSpPr>
        <p:spPr>
          <a:xfrm>
            <a:off x="1297205" y="2571761"/>
            <a:ext cx="7846800" cy="12876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None/>
            </a:pPr>
            <a:r>
              <a:rPr b="1" lang="en" sz="4000">
                <a:solidFill>
                  <a:schemeClr val="dk1"/>
                </a:solidFill>
              </a:rPr>
              <a:t>Assignment</a:t>
            </a:r>
            <a:endParaRPr sz="4000"/>
          </a:p>
        </p:txBody>
      </p:sp>
    </p:spTree>
  </p:cSld>
  <p:clrMapOvr>
    <a:masterClrMapping/>
  </p:clrMapOvr>
  <p:transition spd="slow">
    <p:push/>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grpSp>
        <p:nvGrpSpPr>
          <p:cNvPr id="571" name="Google Shape;571;p49"/>
          <p:cNvGrpSpPr/>
          <p:nvPr/>
        </p:nvGrpSpPr>
        <p:grpSpPr>
          <a:xfrm>
            <a:off x="7789863" y="2112963"/>
            <a:ext cx="1354137" cy="2157412"/>
            <a:chOff x="0" y="0"/>
            <a:chExt cx="1353515" cy="2158048"/>
          </a:xfrm>
        </p:grpSpPr>
        <p:sp>
          <p:nvSpPr>
            <p:cNvPr id="572" name="Google Shape;572;p49"/>
            <p:cNvSpPr/>
            <p:nvPr/>
          </p:nvSpPr>
          <p:spPr>
            <a:xfrm>
              <a:off x="1" y="0"/>
              <a:ext cx="1008000" cy="115019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cap="none" strike="noStrike">
                <a:solidFill>
                  <a:srgbClr val="FFFFFF"/>
                </a:solidFill>
                <a:latin typeface="Calibri"/>
                <a:ea typeface="Calibri"/>
                <a:cs typeface="Calibri"/>
                <a:sym typeface="Calibri"/>
              </a:endParaRPr>
            </a:p>
          </p:txBody>
        </p:sp>
        <p:sp>
          <p:nvSpPr>
            <p:cNvPr id="573" name="Google Shape;573;p49"/>
            <p:cNvSpPr/>
            <p:nvPr/>
          </p:nvSpPr>
          <p:spPr>
            <a:xfrm flipH="1" rot="-5400000">
              <a:off x="0" y="1150048"/>
              <a:ext cx="1008000" cy="1008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cap="none" strike="noStrike">
                <a:solidFill>
                  <a:srgbClr val="FFFFFF"/>
                </a:solidFill>
                <a:latin typeface="Calibri"/>
                <a:ea typeface="Calibri"/>
                <a:cs typeface="Calibri"/>
                <a:sym typeface="Calibri"/>
              </a:endParaRPr>
            </a:p>
          </p:txBody>
        </p:sp>
        <p:sp>
          <p:nvSpPr>
            <p:cNvPr id="574" name="Google Shape;574;p49"/>
            <p:cNvSpPr/>
            <p:nvPr/>
          </p:nvSpPr>
          <p:spPr>
            <a:xfrm>
              <a:off x="1008000" y="1150048"/>
              <a:ext cx="345515" cy="10080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cap="none" strike="noStrike">
                <a:solidFill>
                  <a:srgbClr val="FFFFFF"/>
                </a:solidFill>
                <a:latin typeface="Calibri"/>
                <a:ea typeface="Calibri"/>
                <a:cs typeface="Calibri"/>
                <a:sym typeface="Calibri"/>
              </a:endParaRPr>
            </a:p>
          </p:txBody>
        </p:sp>
      </p:grpSp>
      <p:sp>
        <p:nvSpPr>
          <p:cNvPr id="575" name="Google Shape;575;p49"/>
          <p:cNvSpPr/>
          <p:nvPr/>
        </p:nvSpPr>
        <p:spPr>
          <a:xfrm flipH="1">
            <a:off x="735013" y="0"/>
            <a:ext cx="576262" cy="211296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cap="none" strike="noStrike">
              <a:solidFill>
                <a:srgbClr val="FFFFFF"/>
              </a:solidFill>
              <a:latin typeface="Calibri"/>
              <a:ea typeface="Calibri"/>
              <a:cs typeface="Calibri"/>
              <a:sym typeface="Calibri"/>
            </a:endParaRPr>
          </a:p>
        </p:txBody>
      </p:sp>
      <p:grpSp>
        <p:nvGrpSpPr>
          <p:cNvPr id="576" name="Google Shape;576;p49"/>
          <p:cNvGrpSpPr/>
          <p:nvPr/>
        </p:nvGrpSpPr>
        <p:grpSpPr>
          <a:xfrm>
            <a:off x="0" y="1108725"/>
            <a:ext cx="8797925" cy="1008063"/>
            <a:chOff x="0" y="0"/>
            <a:chExt cx="8798486" cy="1008003"/>
          </a:xfrm>
        </p:grpSpPr>
        <p:grpSp>
          <p:nvGrpSpPr>
            <p:cNvPr id="577" name="Google Shape;577;p49"/>
            <p:cNvGrpSpPr/>
            <p:nvPr/>
          </p:nvGrpSpPr>
          <p:grpSpPr>
            <a:xfrm>
              <a:off x="0" y="0"/>
              <a:ext cx="8798486" cy="1008003"/>
              <a:chOff x="0" y="0"/>
              <a:chExt cx="8798486" cy="1008003"/>
            </a:xfrm>
          </p:grpSpPr>
          <p:sp>
            <p:nvSpPr>
              <p:cNvPr id="578" name="Google Shape;578;p49"/>
              <p:cNvSpPr/>
              <p:nvPr/>
            </p:nvSpPr>
            <p:spPr>
              <a:xfrm>
                <a:off x="0" y="3"/>
                <a:ext cx="7790485" cy="10080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cap="none" strike="noStrike">
                  <a:solidFill>
                    <a:srgbClr val="FFFFFF"/>
                  </a:solidFill>
                  <a:latin typeface="Calibri"/>
                  <a:ea typeface="Calibri"/>
                  <a:cs typeface="Calibri"/>
                  <a:sym typeface="Calibri"/>
                </a:endParaRPr>
              </a:p>
            </p:txBody>
          </p:sp>
          <p:sp>
            <p:nvSpPr>
              <p:cNvPr id="579" name="Google Shape;579;p49"/>
              <p:cNvSpPr/>
              <p:nvPr/>
            </p:nvSpPr>
            <p:spPr>
              <a:xfrm>
                <a:off x="7790486" y="0"/>
                <a:ext cx="1008000" cy="1008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cap="none" strike="noStrike">
                  <a:solidFill>
                    <a:srgbClr val="FFFFFF"/>
                  </a:solidFill>
                  <a:latin typeface="Calibri"/>
                  <a:ea typeface="Calibri"/>
                  <a:cs typeface="Calibri"/>
                  <a:sym typeface="Calibri"/>
                </a:endParaRPr>
              </a:p>
            </p:txBody>
          </p:sp>
        </p:grpSp>
        <p:sp>
          <p:nvSpPr>
            <p:cNvPr id="580" name="Google Shape;580;p49"/>
            <p:cNvSpPr/>
            <p:nvPr/>
          </p:nvSpPr>
          <p:spPr>
            <a:xfrm>
              <a:off x="734486" y="180836"/>
              <a:ext cx="1050355" cy="646293"/>
            </a:xfrm>
            <a:prstGeom prst="rect">
              <a:avLst/>
            </a:prstGeom>
            <a:solidFill>
              <a:srgbClr val="6666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3600"/>
                <a:buFont typeface="Arial"/>
                <a:buNone/>
              </a:pPr>
              <a:r>
                <a:rPr b="1" i="0" lang="en" sz="3600" u="none" cap="none" strike="noStrike">
                  <a:solidFill>
                    <a:schemeClr val="lt1"/>
                  </a:solidFill>
                  <a:latin typeface="Microsoft YaHei"/>
                  <a:ea typeface="Microsoft YaHei"/>
                  <a:cs typeface="Microsoft YaHei"/>
                  <a:sym typeface="Microsoft YaHei"/>
                </a:rPr>
                <a:t>CSS</a:t>
              </a:r>
              <a:endParaRPr/>
            </a:p>
          </p:txBody>
        </p:sp>
      </p:grpSp>
      <p:sp>
        <p:nvSpPr>
          <p:cNvPr id="581" name="Google Shape;581;p49"/>
          <p:cNvSpPr/>
          <p:nvPr/>
        </p:nvSpPr>
        <p:spPr>
          <a:xfrm flipH="1" rot="-5400000">
            <a:off x="736601" y="2111376"/>
            <a:ext cx="573405" cy="57785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Tree>
  </p:cSld>
  <p:clrMapOvr>
    <a:masterClrMapping/>
  </p:clrMapOvr>
  <p:transition spd="slow">
    <p:push/>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50"/>
          <p:cNvSpPr/>
          <p:nvPr/>
        </p:nvSpPr>
        <p:spPr>
          <a:xfrm flipH="1">
            <a:off x="593723" y="603900"/>
            <a:ext cx="360363" cy="4546600"/>
          </a:xfrm>
          <a:prstGeom prst="rect">
            <a:avLst/>
          </a:prstGeom>
          <a:solidFill>
            <a:srgbClr val="6666FF"/>
          </a:solidFill>
          <a:ln cap="flat" cmpd="sng" w="9525">
            <a:solidFill>
              <a:srgbClr val="0C0C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0000"/>
              </a:solidFill>
              <a:highlight>
                <a:srgbClr val="FFFF00"/>
              </a:highlight>
              <a:latin typeface="Calibri"/>
              <a:ea typeface="Calibri"/>
              <a:cs typeface="Calibri"/>
              <a:sym typeface="Calibri"/>
            </a:endParaRPr>
          </a:p>
        </p:txBody>
      </p:sp>
      <p:sp>
        <p:nvSpPr>
          <p:cNvPr id="587" name="Google Shape;587;p50"/>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588" name="Google Shape;588;p50"/>
          <p:cNvGrpSpPr/>
          <p:nvPr/>
        </p:nvGrpSpPr>
        <p:grpSpPr>
          <a:xfrm>
            <a:off x="593725" y="238125"/>
            <a:ext cx="8550275" cy="361950"/>
            <a:chOff x="0" y="0"/>
            <a:chExt cx="8550524" cy="362139"/>
          </a:xfrm>
        </p:grpSpPr>
        <p:sp>
          <p:nvSpPr>
            <p:cNvPr id="589" name="Google Shape;589;p50"/>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590" name="Google Shape;590;p50"/>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591" name="Google Shape;591;p50"/>
          <p:cNvGrpSpPr/>
          <p:nvPr/>
        </p:nvGrpSpPr>
        <p:grpSpPr>
          <a:xfrm>
            <a:off x="0" y="603901"/>
            <a:ext cx="3806825" cy="539750"/>
            <a:chOff x="0" y="0"/>
            <a:chExt cx="3807075" cy="540000"/>
          </a:xfrm>
        </p:grpSpPr>
        <p:sp>
          <p:nvSpPr>
            <p:cNvPr id="592" name="Google Shape;592;p50"/>
            <p:cNvSpPr/>
            <p:nvPr/>
          </p:nvSpPr>
          <p:spPr>
            <a:xfrm flipH="1">
              <a:off x="0" y="0"/>
              <a:ext cx="3267075" cy="540000"/>
            </a:xfrm>
            <a:prstGeom prst="rect">
              <a:avLst/>
            </a:prstGeom>
            <a:solidFill>
              <a:schemeClr val="dk1"/>
            </a:solidFill>
            <a:ln cap="flat" cmpd="sng" w="9525">
              <a:solidFill>
                <a:srgbClr val="0C0C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Let’s Recap</a:t>
              </a:r>
              <a:endParaRPr/>
            </a:p>
          </p:txBody>
        </p:sp>
        <p:sp>
          <p:nvSpPr>
            <p:cNvPr id="593" name="Google Shape;593;p50"/>
            <p:cNvSpPr/>
            <p:nvPr/>
          </p:nvSpPr>
          <p:spPr>
            <a:xfrm flipH="1" rot="10800000">
              <a:off x="3267075" y="0"/>
              <a:ext cx="540000" cy="540000"/>
            </a:xfrm>
            <a:prstGeom prst="rtTriangle">
              <a:avLst/>
            </a:prstGeom>
            <a:solidFill>
              <a:schemeClr val="dk1"/>
            </a:solidFill>
            <a:ln cap="flat" cmpd="sng" w="9525">
              <a:solidFill>
                <a:srgbClr val="0C0C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pic>
        <p:nvPicPr>
          <p:cNvPr id="594" name="Google Shape;594;p50"/>
          <p:cNvPicPr preferRelativeResize="0"/>
          <p:nvPr/>
        </p:nvPicPr>
        <p:blipFill rotWithShape="1">
          <a:blip r:embed="rId3">
            <a:alphaModFix/>
          </a:blip>
          <a:srcRect b="0" l="0" r="0" t="4787"/>
          <a:stretch/>
        </p:blipFill>
        <p:spPr>
          <a:xfrm>
            <a:off x="1633430" y="1366823"/>
            <a:ext cx="6207433" cy="3324531"/>
          </a:xfrm>
          <a:prstGeom prst="rect">
            <a:avLst/>
          </a:prstGeom>
          <a:noFill/>
          <a:ln>
            <a:noFill/>
          </a:ln>
        </p:spPr>
      </p:pic>
    </p:spTree>
  </p:cSld>
  <p:clrMapOvr>
    <a:masterClrMapping/>
  </p:clrMapOvr>
  <p:transition spd="slow">
    <p:push/>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51"/>
          <p:cNvSpPr/>
          <p:nvPr/>
        </p:nvSpPr>
        <p:spPr>
          <a:xfrm flipH="1">
            <a:off x="593725" y="608377"/>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600" name="Google Shape;600;p51"/>
          <p:cNvSpPr/>
          <p:nvPr/>
        </p:nvSpPr>
        <p:spPr>
          <a:xfrm flipH="1" rot="10800000">
            <a:off x="3267075" y="-740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601" name="Google Shape;601;p51"/>
          <p:cNvGrpSpPr/>
          <p:nvPr/>
        </p:nvGrpSpPr>
        <p:grpSpPr>
          <a:xfrm>
            <a:off x="593725" y="238125"/>
            <a:ext cx="8550275" cy="361950"/>
            <a:chOff x="0" y="0"/>
            <a:chExt cx="8550524" cy="362139"/>
          </a:xfrm>
        </p:grpSpPr>
        <p:sp>
          <p:nvSpPr>
            <p:cNvPr id="602" name="Google Shape;602;p51"/>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603" name="Google Shape;603;p51"/>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604" name="Google Shape;604;p51"/>
          <p:cNvGrpSpPr/>
          <p:nvPr/>
        </p:nvGrpSpPr>
        <p:grpSpPr>
          <a:xfrm>
            <a:off x="0" y="606239"/>
            <a:ext cx="4760540" cy="556489"/>
            <a:chOff x="0" y="-1"/>
            <a:chExt cx="3730891" cy="556747"/>
          </a:xfrm>
        </p:grpSpPr>
        <p:sp>
          <p:nvSpPr>
            <p:cNvPr id="605" name="Google Shape;605;p51"/>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Introduction to CSS</a:t>
              </a:r>
              <a:endParaRPr/>
            </a:p>
          </p:txBody>
        </p:sp>
        <p:sp>
          <p:nvSpPr>
            <p:cNvPr id="606" name="Google Shape;606;p51"/>
            <p:cNvSpPr/>
            <p:nvPr/>
          </p:nvSpPr>
          <p:spPr>
            <a:xfrm flipH="1" rot="10800000">
              <a:off x="3267075" y="-1"/>
              <a:ext cx="463816" cy="556747"/>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607" name="Google Shape;607;p51"/>
          <p:cNvSpPr/>
          <p:nvPr/>
        </p:nvSpPr>
        <p:spPr>
          <a:xfrm>
            <a:off x="1297305" y="1397000"/>
            <a:ext cx="7846695" cy="3466142"/>
          </a:xfrm>
          <a:prstGeom prst="rect">
            <a:avLst/>
          </a:prstGeom>
          <a:noFill/>
          <a:ln>
            <a:noFill/>
          </a:ln>
        </p:spPr>
        <p:txBody>
          <a:bodyPr anchorCtr="0" anchor="t" bIns="45700" lIns="91425" spcFirstLastPara="1" rIns="91425" wrap="square" tIns="45700">
            <a:noAutofit/>
          </a:bodyPr>
          <a:lstStyle/>
          <a:p>
            <a:pPr indent="-285750" lvl="0" marL="285750" marR="0" rtl="0" algn="l">
              <a:lnSpc>
                <a:spcPct val="20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CSS is used to control the style of a web document in a simple and easy way. </a:t>
            </a:r>
            <a:endParaRPr/>
          </a:p>
          <a:p>
            <a:pPr indent="-285750" lvl="0" marL="285750" marR="0" rtl="0" algn="l">
              <a:lnSpc>
                <a:spcPct val="20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CSS stands for </a:t>
            </a:r>
            <a:r>
              <a:rPr b="1" i="0" lang="en" sz="1600" u="none">
                <a:solidFill>
                  <a:schemeClr val="dk1"/>
                </a:solidFill>
                <a:latin typeface="Arial"/>
                <a:ea typeface="Arial"/>
                <a:cs typeface="Arial"/>
                <a:sym typeface="Arial"/>
              </a:rPr>
              <a:t>Cascading Style Sheets.</a:t>
            </a:r>
            <a:endParaRPr/>
          </a:p>
          <a:p>
            <a:pPr indent="-285750" lvl="0" marL="285750" marR="0" rtl="0" algn="l">
              <a:lnSpc>
                <a:spcPct val="20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CSS is a simple design language to make to web pages presentable.</a:t>
            </a:r>
            <a:endParaRPr/>
          </a:p>
          <a:p>
            <a:pPr indent="-285750" lvl="0" marL="285750" marR="0" rtl="0" algn="l">
              <a:lnSpc>
                <a:spcPct val="20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Using this, you can control color of text, style of font or the spacing between the paragraph and lines.</a:t>
            </a:r>
            <a:endParaRPr/>
          </a:p>
          <a:p>
            <a:pPr indent="-285750" lvl="0" marL="285750" marR="0" rtl="0" algn="l">
              <a:lnSpc>
                <a:spcPct val="20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CSS provides a great advantage in term of re-usability. </a:t>
            </a:r>
            <a:endParaRPr/>
          </a:p>
          <a:p>
            <a:pPr indent="-184150" lvl="1" marL="628650" marR="0" rtl="0" algn="l">
              <a:lnSpc>
                <a:spcPct val="2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p:txBody>
      </p:sp>
    </p:spTree>
  </p:cSld>
  <p:clrMapOvr>
    <a:masterClrMapping/>
  </p:clrMapOvr>
  <p:transition spd="slow">
    <p:push/>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52"/>
          <p:cNvSpPr/>
          <p:nvPr/>
        </p:nvSpPr>
        <p:spPr>
          <a:xfrm flipH="1">
            <a:off x="593725" y="596900"/>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613" name="Google Shape;613;p52"/>
          <p:cNvSpPr/>
          <p:nvPr/>
        </p:nvSpPr>
        <p:spPr>
          <a:xfrm flipH="1" rot="10800000">
            <a:off x="3267075" y="-2805"/>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614" name="Google Shape;614;p52"/>
          <p:cNvGrpSpPr/>
          <p:nvPr/>
        </p:nvGrpSpPr>
        <p:grpSpPr>
          <a:xfrm>
            <a:off x="593725" y="232146"/>
            <a:ext cx="8550275" cy="361950"/>
            <a:chOff x="0" y="0"/>
            <a:chExt cx="8550524" cy="362139"/>
          </a:xfrm>
        </p:grpSpPr>
        <p:sp>
          <p:nvSpPr>
            <p:cNvPr id="615" name="Google Shape;615;p52"/>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616" name="Google Shape;616;p52"/>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617" name="Google Shape;617;p52"/>
          <p:cNvGrpSpPr/>
          <p:nvPr/>
        </p:nvGrpSpPr>
        <p:grpSpPr>
          <a:xfrm>
            <a:off x="0" y="584904"/>
            <a:ext cx="4629150" cy="539750"/>
            <a:chOff x="0" y="0"/>
            <a:chExt cx="3807075" cy="540000"/>
          </a:xfrm>
        </p:grpSpPr>
        <p:grpSp>
          <p:nvGrpSpPr>
            <p:cNvPr id="618" name="Google Shape;618;p52"/>
            <p:cNvGrpSpPr/>
            <p:nvPr/>
          </p:nvGrpSpPr>
          <p:grpSpPr>
            <a:xfrm>
              <a:off x="0" y="0"/>
              <a:ext cx="3807075" cy="540000"/>
              <a:chOff x="0" y="0"/>
              <a:chExt cx="3807075" cy="540000"/>
            </a:xfrm>
          </p:grpSpPr>
          <p:sp>
            <p:nvSpPr>
              <p:cNvPr id="619" name="Google Shape;619;p52"/>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How to Apply CSS?</a:t>
                </a:r>
                <a:endParaRPr b="1" i="0" sz="1800" u="none">
                  <a:solidFill>
                    <a:srgbClr val="FFFFFF"/>
                  </a:solidFill>
                  <a:latin typeface="Calibri"/>
                  <a:ea typeface="Calibri"/>
                  <a:cs typeface="Calibri"/>
                  <a:sym typeface="Calibri"/>
                </a:endParaRPr>
              </a:p>
            </p:txBody>
          </p:sp>
          <p:sp>
            <p:nvSpPr>
              <p:cNvPr id="620" name="Google Shape;620;p52"/>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621" name="Google Shape;621;p52"/>
            <p:cNvSpPr/>
            <p:nvPr/>
          </p:nvSpPr>
          <p:spPr>
            <a:xfrm>
              <a:off x="303903" y="101328"/>
              <a:ext cx="309900" cy="337341"/>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Arial"/>
                <a:buNone/>
              </a:pPr>
              <a:r>
                <a:t/>
              </a:r>
              <a:endParaRPr b="1" i="0" sz="1600" u="none">
                <a:solidFill>
                  <a:schemeClr val="lt1"/>
                </a:solidFill>
                <a:latin typeface="Microsoft YaHei"/>
                <a:ea typeface="Microsoft YaHei"/>
                <a:cs typeface="Microsoft YaHei"/>
                <a:sym typeface="Microsoft YaHei"/>
              </a:endParaRPr>
            </a:p>
          </p:txBody>
        </p:sp>
      </p:grpSp>
      <p:sp>
        <p:nvSpPr>
          <p:cNvPr id="622" name="Google Shape;622;p52"/>
          <p:cNvSpPr/>
          <p:nvPr/>
        </p:nvSpPr>
        <p:spPr>
          <a:xfrm>
            <a:off x="1297305" y="1397000"/>
            <a:ext cx="7846695" cy="3046988"/>
          </a:xfrm>
          <a:prstGeom prst="rect">
            <a:avLst/>
          </a:prstGeom>
          <a:noFill/>
          <a:ln>
            <a:noFill/>
          </a:ln>
        </p:spPr>
        <p:txBody>
          <a:bodyPr anchorCtr="0" anchor="t" bIns="45700" lIns="91425" spcFirstLastPara="1" rIns="91425" wrap="square" tIns="45700">
            <a:noAutofit/>
          </a:bodyPr>
          <a:lstStyle/>
          <a:p>
            <a:pPr indent="-285750" lvl="0" marL="285750" marR="0" rtl="0" algn="just">
              <a:lnSpc>
                <a:spcPct val="20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There are three ways to style a web page using CSS.</a:t>
            </a:r>
            <a:endParaRPr/>
          </a:p>
          <a:p>
            <a:pPr indent="-285750" lvl="1" marL="628650" marR="0" rtl="0" algn="just">
              <a:lnSpc>
                <a:spcPct val="200000"/>
              </a:lnSpc>
              <a:spcBef>
                <a:spcPts val="0"/>
              </a:spcBef>
              <a:spcAft>
                <a:spcPts val="0"/>
              </a:spcAft>
              <a:buClr>
                <a:srgbClr val="0070C0"/>
              </a:buClr>
              <a:buSzPts val="1600"/>
              <a:buFont typeface="Arial"/>
              <a:buChar char="•"/>
            </a:pPr>
            <a:r>
              <a:rPr b="0" i="0" lang="en" sz="1600" u="none" cap="none" strike="noStrike">
                <a:solidFill>
                  <a:srgbClr val="0070C0"/>
                </a:solidFill>
                <a:latin typeface="Arial"/>
                <a:ea typeface="Arial"/>
                <a:cs typeface="Arial"/>
                <a:sym typeface="Arial"/>
              </a:rPr>
              <a:t>Embedded</a:t>
            </a:r>
            <a:r>
              <a:rPr b="0" i="0" lang="en" sz="1600" u="none" cap="none" strike="noStrike">
                <a:solidFill>
                  <a:schemeClr val="dk1"/>
                </a:solidFill>
                <a:latin typeface="Arial"/>
                <a:ea typeface="Arial"/>
                <a:cs typeface="Arial"/>
                <a:sym typeface="Arial"/>
              </a:rPr>
              <a:t> CSS</a:t>
            </a:r>
            <a:endParaRPr/>
          </a:p>
          <a:p>
            <a:pPr indent="-285750" lvl="1" marL="628650" marR="0" rtl="0" algn="just">
              <a:lnSpc>
                <a:spcPct val="200000"/>
              </a:lnSpc>
              <a:spcBef>
                <a:spcPts val="0"/>
              </a:spcBef>
              <a:spcAft>
                <a:spcPts val="0"/>
              </a:spcAft>
              <a:buClr>
                <a:srgbClr val="0070C0"/>
              </a:buClr>
              <a:buSzPts val="1600"/>
              <a:buFont typeface="Arial"/>
              <a:buChar char="•"/>
            </a:pPr>
            <a:r>
              <a:rPr b="0" i="0" lang="en" sz="1600" u="none" cap="none" strike="noStrike">
                <a:solidFill>
                  <a:srgbClr val="0070C0"/>
                </a:solidFill>
                <a:latin typeface="Arial"/>
                <a:ea typeface="Arial"/>
                <a:cs typeface="Arial"/>
                <a:sym typeface="Arial"/>
              </a:rPr>
              <a:t>Inline</a:t>
            </a:r>
            <a:r>
              <a:rPr b="0" i="0" lang="en" sz="1600" u="none" cap="none" strike="noStrike">
                <a:solidFill>
                  <a:schemeClr val="dk1"/>
                </a:solidFill>
                <a:latin typeface="Arial"/>
                <a:ea typeface="Arial"/>
                <a:cs typeface="Arial"/>
                <a:sym typeface="Arial"/>
              </a:rPr>
              <a:t> CSS</a:t>
            </a:r>
            <a:endParaRPr/>
          </a:p>
          <a:p>
            <a:pPr indent="-285750" lvl="1" marL="628650" marR="0" rtl="0" algn="just">
              <a:lnSpc>
                <a:spcPct val="200000"/>
              </a:lnSpc>
              <a:spcBef>
                <a:spcPts val="0"/>
              </a:spcBef>
              <a:spcAft>
                <a:spcPts val="0"/>
              </a:spcAft>
              <a:buClr>
                <a:srgbClr val="0070C0"/>
              </a:buClr>
              <a:buSzPts val="1600"/>
              <a:buFont typeface="Arial"/>
              <a:buChar char="•"/>
            </a:pPr>
            <a:r>
              <a:rPr b="1" i="0" lang="en" sz="1600" u="none" cap="none" strike="noStrike">
                <a:solidFill>
                  <a:srgbClr val="0070C0"/>
                </a:solidFill>
              </a:rPr>
              <a:t>External</a:t>
            </a:r>
            <a:r>
              <a:rPr b="0" i="0" lang="en" sz="1600" u="none" cap="none" strike="noStrike">
                <a:solidFill>
                  <a:schemeClr val="dk1"/>
                </a:solidFill>
                <a:latin typeface="Arial"/>
                <a:ea typeface="Arial"/>
                <a:cs typeface="Arial"/>
                <a:sym typeface="Arial"/>
              </a:rPr>
              <a:t> CSS</a:t>
            </a:r>
            <a:endParaRPr/>
          </a:p>
          <a:p>
            <a:pPr indent="0" lvl="1" marL="342900" marR="0" rtl="0" algn="just">
              <a:lnSpc>
                <a:spcPct val="2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0" lvl="1" marL="342900" marR="0" rtl="0" algn="just">
              <a:lnSpc>
                <a:spcPct val="200000"/>
              </a:lnSpc>
              <a:spcBef>
                <a:spcPts val="0"/>
              </a:spcBef>
              <a:spcAft>
                <a:spcPts val="0"/>
              </a:spcAft>
              <a:buClr>
                <a:schemeClr val="dk1"/>
              </a:buClr>
              <a:buSzPts val="1600"/>
              <a:buFont typeface="Arial"/>
              <a:buNone/>
            </a:pPr>
            <a:r>
              <a:rPr b="0" i="0" lang="en" sz="1600" u="none" cap="none" strike="noStrike">
                <a:solidFill>
                  <a:schemeClr val="dk1"/>
                </a:solidFill>
                <a:latin typeface="Arial"/>
                <a:ea typeface="Arial"/>
                <a:cs typeface="Arial"/>
                <a:sym typeface="Arial"/>
              </a:rPr>
              <a:t>We will use External CSS in the rest of this course.</a:t>
            </a:r>
            <a:endParaRPr/>
          </a:p>
        </p:txBody>
      </p:sp>
    </p:spTree>
  </p:cSld>
  <p:clrMapOvr>
    <a:masterClrMapping/>
  </p:clrMapOvr>
  <p:transition spd="slow">
    <p:push/>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53"/>
          <p:cNvSpPr/>
          <p:nvPr/>
        </p:nvSpPr>
        <p:spPr>
          <a:xfrm flipH="1">
            <a:off x="593725" y="606732"/>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628" name="Google Shape;628;p53"/>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629" name="Google Shape;629;p53"/>
          <p:cNvGrpSpPr/>
          <p:nvPr/>
        </p:nvGrpSpPr>
        <p:grpSpPr>
          <a:xfrm>
            <a:off x="593725" y="222821"/>
            <a:ext cx="8550275" cy="361950"/>
            <a:chOff x="0" y="0"/>
            <a:chExt cx="8550524" cy="362139"/>
          </a:xfrm>
        </p:grpSpPr>
        <p:sp>
          <p:nvSpPr>
            <p:cNvPr id="630" name="Google Shape;630;p53"/>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631" name="Google Shape;631;p53"/>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632" name="Google Shape;632;p53"/>
          <p:cNvGrpSpPr/>
          <p:nvPr/>
        </p:nvGrpSpPr>
        <p:grpSpPr>
          <a:xfrm>
            <a:off x="0" y="583158"/>
            <a:ext cx="3806825" cy="539750"/>
            <a:chOff x="0" y="0"/>
            <a:chExt cx="3807075" cy="540000"/>
          </a:xfrm>
        </p:grpSpPr>
        <p:sp>
          <p:nvSpPr>
            <p:cNvPr id="633" name="Google Shape;633;p53"/>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Selector</a:t>
              </a:r>
              <a:endParaRPr/>
            </a:p>
          </p:txBody>
        </p:sp>
        <p:sp>
          <p:nvSpPr>
            <p:cNvPr id="634" name="Google Shape;634;p53"/>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635" name="Google Shape;635;p53"/>
          <p:cNvSpPr/>
          <p:nvPr/>
        </p:nvSpPr>
        <p:spPr>
          <a:xfrm>
            <a:off x="1316355" y="1397000"/>
            <a:ext cx="7846695" cy="4486100"/>
          </a:xfrm>
          <a:prstGeom prst="rect">
            <a:avLst/>
          </a:prstGeom>
          <a:noFill/>
          <a:ln>
            <a:noFill/>
          </a:ln>
        </p:spPr>
        <p:txBody>
          <a:bodyPr anchorCtr="0" anchor="t" bIns="45700" lIns="91425" spcFirstLastPara="1" rIns="91425" wrap="square" tIns="45700">
            <a:noAutofit/>
          </a:bodyPr>
          <a:lstStyle/>
          <a:p>
            <a:pPr indent="-171450" lvl="0" marL="1714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CSS have. many style rules that are interpreted by the browser and then applied to corresponding elements in your document</a:t>
            </a:r>
            <a:endParaRPr/>
          </a:p>
          <a:p>
            <a:pPr indent="-171450" lvl="0" marL="1714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A </a:t>
            </a:r>
            <a:r>
              <a:rPr b="1" i="0" lang="en" sz="1600" u="none">
                <a:solidFill>
                  <a:schemeClr val="dk1"/>
                </a:solidFill>
              </a:rPr>
              <a:t>basic style rule</a:t>
            </a:r>
            <a:r>
              <a:rPr b="0" i="0" lang="en" sz="1600" u="none">
                <a:solidFill>
                  <a:schemeClr val="dk1"/>
                </a:solidFill>
                <a:latin typeface="Arial"/>
                <a:ea typeface="Arial"/>
                <a:cs typeface="Arial"/>
                <a:sym typeface="Arial"/>
              </a:rPr>
              <a:t> is made of three parts:</a:t>
            </a:r>
            <a:endParaRPr/>
          </a:p>
          <a:p>
            <a:pPr indent="-171450" lvl="1" marL="514350" marR="0" rtl="0" algn="just">
              <a:lnSpc>
                <a:spcPct val="150000"/>
              </a:lnSpc>
              <a:spcBef>
                <a:spcPts val="0"/>
              </a:spcBef>
              <a:spcAft>
                <a:spcPts val="0"/>
              </a:spcAft>
              <a:buClr>
                <a:srgbClr val="6666FF"/>
              </a:buClr>
              <a:buSzPts val="1600"/>
              <a:buFont typeface="Arial"/>
              <a:buChar char="•"/>
            </a:pPr>
            <a:r>
              <a:rPr b="0" i="0" lang="en" sz="1600" u="none" cap="none" strike="noStrike">
                <a:solidFill>
                  <a:srgbClr val="6666FF"/>
                </a:solidFill>
                <a:latin typeface="Arial"/>
                <a:ea typeface="Arial"/>
                <a:cs typeface="Arial"/>
                <a:sym typeface="Arial"/>
              </a:rPr>
              <a:t>Selector</a:t>
            </a:r>
            <a:r>
              <a:rPr b="0" i="0" lang="en" sz="1600" u="none" cap="none" strike="noStrike">
                <a:solidFill>
                  <a:schemeClr val="dk1"/>
                </a:solidFill>
                <a:latin typeface="Arial"/>
                <a:ea typeface="Arial"/>
                <a:cs typeface="Arial"/>
                <a:sym typeface="Arial"/>
              </a:rPr>
              <a:t> : Tag on which style will be applied</a:t>
            </a:r>
            <a:endParaRPr/>
          </a:p>
          <a:p>
            <a:pPr indent="-171450" lvl="1" marL="514350" marR="0" rtl="0" algn="just">
              <a:lnSpc>
                <a:spcPct val="150000"/>
              </a:lnSpc>
              <a:spcBef>
                <a:spcPts val="0"/>
              </a:spcBef>
              <a:spcAft>
                <a:spcPts val="0"/>
              </a:spcAft>
              <a:buClr>
                <a:srgbClr val="6666FF"/>
              </a:buClr>
              <a:buSzPts val="1600"/>
              <a:buFont typeface="Arial"/>
              <a:buChar char="•"/>
            </a:pPr>
            <a:r>
              <a:rPr b="0" i="0" lang="en" sz="1600" u="none" cap="none" strike="noStrike">
                <a:solidFill>
                  <a:srgbClr val="6666FF"/>
                </a:solidFill>
                <a:latin typeface="Arial"/>
                <a:ea typeface="Arial"/>
                <a:cs typeface="Arial"/>
                <a:sym typeface="Arial"/>
              </a:rPr>
              <a:t>Property: </a:t>
            </a:r>
            <a:r>
              <a:rPr b="0" i="0" lang="en" sz="1600" u="none" cap="none" strike="noStrike">
                <a:solidFill>
                  <a:schemeClr val="dk1"/>
                </a:solidFill>
                <a:latin typeface="Arial"/>
                <a:ea typeface="Arial"/>
                <a:cs typeface="Arial"/>
                <a:sym typeface="Arial"/>
              </a:rPr>
              <a:t>Style which we want to change or customize (color, font etc)</a:t>
            </a:r>
            <a:endParaRPr/>
          </a:p>
          <a:p>
            <a:pPr indent="-171450" lvl="1" marL="514350" marR="0" rtl="0" algn="just">
              <a:lnSpc>
                <a:spcPct val="150000"/>
              </a:lnSpc>
              <a:spcBef>
                <a:spcPts val="0"/>
              </a:spcBef>
              <a:spcAft>
                <a:spcPts val="0"/>
              </a:spcAft>
              <a:buClr>
                <a:srgbClr val="6666FF"/>
              </a:buClr>
              <a:buSzPts val="1600"/>
              <a:buFont typeface="Arial"/>
              <a:buChar char="•"/>
            </a:pPr>
            <a:r>
              <a:rPr b="0" i="0" lang="en" sz="1600" u="none" cap="none" strike="noStrike">
                <a:solidFill>
                  <a:srgbClr val="6666FF"/>
                </a:solidFill>
                <a:latin typeface="Arial"/>
                <a:ea typeface="Arial"/>
                <a:cs typeface="Arial"/>
                <a:sym typeface="Arial"/>
              </a:rPr>
              <a:t>Value: </a:t>
            </a:r>
            <a:r>
              <a:rPr b="0" i="0" lang="en" sz="1600" u="none" cap="none" strike="noStrike">
                <a:solidFill>
                  <a:schemeClr val="dk1"/>
                </a:solidFill>
                <a:latin typeface="Arial"/>
                <a:ea typeface="Arial"/>
                <a:cs typeface="Arial"/>
                <a:sym typeface="Arial"/>
              </a:rPr>
              <a:t>Values are assigned to properties.</a:t>
            </a:r>
            <a:endParaRPr/>
          </a:p>
          <a:p>
            <a:pPr indent="0" lvl="1" marL="342900" marR="0" rtl="0" algn="just">
              <a:lnSpc>
                <a:spcPct val="150000"/>
              </a:lnSpc>
              <a:spcBef>
                <a:spcPts val="0"/>
              </a:spcBef>
              <a:spcAft>
                <a:spcPts val="0"/>
              </a:spcAft>
              <a:buClr>
                <a:schemeClr val="dk1"/>
              </a:buClr>
              <a:buSzPts val="1600"/>
              <a:buFont typeface="Arial"/>
              <a:buNone/>
            </a:pPr>
            <a:r>
              <a:rPr b="0" i="0" lang="en" sz="1600" u="none" cap="none" strike="noStrike">
                <a:solidFill>
                  <a:schemeClr val="dk1"/>
                </a:solidFill>
                <a:latin typeface="Arial"/>
                <a:ea typeface="Arial"/>
                <a:cs typeface="Arial"/>
                <a:sym typeface="Arial"/>
              </a:rPr>
              <a:t>Example:</a:t>
            </a:r>
            <a:endParaRPr/>
          </a:p>
          <a:p>
            <a:pPr indent="0" lvl="1" marL="342900" marR="0" rtl="0" algn="just">
              <a:lnSpc>
                <a:spcPct val="150000"/>
              </a:lnSpc>
              <a:spcBef>
                <a:spcPts val="0"/>
              </a:spcBef>
              <a:spcAft>
                <a:spcPts val="0"/>
              </a:spcAft>
              <a:buClr>
                <a:schemeClr val="dk1"/>
              </a:buClr>
              <a:buSzPts val="1600"/>
              <a:buFont typeface="Arial"/>
              <a:buNone/>
            </a:pPr>
            <a:r>
              <a:rPr b="0" i="0" lang="en" sz="1600" u="none" cap="none" strike="noStrike">
                <a:solidFill>
                  <a:schemeClr val="dk1"/>
                </a:solidFill>
                <a:latin typeface="Arial"/>
                <a:ea typeface="Arial"/>
                <a:cs typeface="Arial"/>
                <a:sym typeface="Arial"/>
              </a:rPr>
              <a:t>Syntax: </a:t>
            </a:r>
            <a:r>
              <a:rPr b="0" i="0" lang="en" sz="1600" u="none" cap="none" strike="noStrike">
                <a:solidFill>
                  <a:srgbClr val="6666FF"/>
                </a:solidFill>
                <a:latin typeface="Arial"/>
                <a:ea typeface="Arial"/>
                <a:cs typeface="Arial"/>
                <a:sym typeface="Arial"/>
              </a:rPr>
              <a:t>selector { property: value }</a:t>
            </a:r>
            <a:endParaRPr/>
          </a:p>
          <a:p>
            <a:pPr indent="0" lvl="1" marL="342900" marR="0" rtl="0" algn="just">
              <a:lnSpc>
                <a:spcPct val="150000"/>
              </a:lnSpc>
              <a:spcBef>
                <a:spcPts val="0"/>
              </a:spcBef>
              <a:spcAft>
                <a:spcPts val="0"/>
              </a:spcAft>
              <a:buClr>
                <a:schemeClr val="dk1"/>
              </a:buClr>
              <a:buSzPts val="1600"/>
              <a:buFont typeface="Arial"/>
              <a:buNone/>
            </a:pPr>
            <a:r>
              <a:rPr b="0" i="0" lang="en" sz="1600" u="none" cap="none" strike="noStrike">
                <a:solidFill>
                  <a:schemeClr val="dk1"/>
                </a:solidFill>
                <a:latin typeface="Arial"/>
                <a:ea typeface="Arial"/>
                <a:cs typeface="Arial"/>
                <a:sym typeface="Arial"/>
              </a:rPr>
              <a:t>Use</a:t>
            </a:r>
            <a:r>
              <a:rPr b="0" i="0" lang="en" sz="1600" u="none" cap="none" strike="noStrike">
                <a:solidFill>
                  <a:srgbClr val="6666FF"/>
                </a:solidFill>
                <a:latin typeface="Arial"/>
                <a:ea typeface="Arial"/>
                <a:cs typeface="Arial"/>
                <a:sym typeface="Arial"/>
              </a:rPr>
              <a:t>: h1 {color : “blue”}</a:t>
            </a:r>
            <a:endParaRPr/>
          </a:p>
          <a:p>
            <a:pPr indent="0" lvl="1" marL="342900" marR="0" rtl="0" algn="just">
              <a:lnSpc>
                <a:spcPct val="150000"/>
              </a:lnSpc>
              <a:spcBef>
                <a:spcPts val="0"/>
              </a:spcBef>
              <a:spcAft>
                <a:spcPts val="0"/>
              </a:spcAft>
              <a:buClr>
                <a:schemeClr val="dk1"/>
              </a:buClr>
              <a:buSzPts val="1600"/>
              <a:buFont typeface="Arial"/>
              <a:buNone/>
            </a:pPr>
            <a:r>
              <a:rPr b="0" i="0" lang="en" sz="1600" u="none" cap="none" strike="noStrike">
                <a:solidFill>
                  <a:schemeClr val="dk1"/>
                </a:solidFill>
                <a:latin typeface="Arial"/>
                <a:ea typeface="Arial"/>
                <a:cs typeface="Arial"/>
                <a:sym typeface="Arial"/>
              </a:rPr>
              <a:t>	</a:t>
            </a:r>
            <a:endParaRPr/>
          </a:p>
          <a:p>
            <a:pPr indent="-69850" lvl="0" marL="171450" marR="0" rtl="0" algn="just">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600"/>
              <a:buFont typeface="Arial"/>
              <a:buNone/>
            </a:pPr>
            <a:r>
              <a:t/>
            </a:r>
            <a:endParaRPr b="0" i="0" sz="1600" u="none">
              <a:solidFill>
                <a:schemeClr val="dk1"/>
              </a:solidFill>
              <a:latin typeface="Calibri"/>
              <a:ea typeface="Calibri"/>
              <a:cs typeface="Calibri"/>
              <a:sym typeface="Calibri"/>
            </a:endParaRPr>
          </a:p>
        </p:txBody>
      </p:sp>
    </p:spTree>
  </p:cSld>
  <p:clrMapOvr>
    <a:masterClrMapping/>
  </p:clrMapOvr>
  <p:transition spd="slow">
    <p:push/>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54"/>
          <p:cNvSpPr/>
          <p:nvPr/>
        </p:nvSpPr>
        <p:spPr>
          <a:xfrm flipH="1">
            <a:off x="593723" y="603900"/>
            <a:ext cx="360363" cy="4546600"/>
          </a:xfrm>
          <a:prstGeom prst="rect">
            <a:avLst/>
          </a:prstGeom>
          <a:solidFill>
            <a:srgbClr val="6666FF"/>
          </a:solidFill>
          <a:ln cap="flat" cmpd="sng" w="9525">
            <a:solidFill>
              <a:srgbClr val="0C0C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0000"/>
              </a:solidFill>
              <a:highlight>
                <a:srgbClr val="FFFF00"/>
              </a:highlight>
              <a:latin typeface="Calibri"/>
              <a:ea typeface="Calibri"/>
              <a:cs typeface="Calibri"/>
              <a:sym typeface="Calibri"/>
            </a:endParaRPr>
          </a:p>
        </p:txBody>
      </p:sp>
      <p:sp>
        <p:nvSpPr>
          <p:cNvPr id="641" name="Google Shape;641;p54"/>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642" name="Google Shape;642;p54"/>
          <p:cNvGrpSpPr/>
          <p:nvPr/>
        </p:nvGrpSpPr>
        <p:grpSpPr>
          <a:xfrm>
            <a:off x="593725" y="238125"/>
            <a:ext cx="8550275" cy="361950"/>
            <a:chOff x="0" y="0"/>
            <a:chExt cx="8550524" cy="362139"/>
          </a:xfrm>
        </p:grpSpPr>
        <p:sp>
          <p:nvSpPr>
            <p:cNvPr id="643" name="Google Shape;643;p54"/>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644" name="Google Shape;644;p54"/>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645" name="Google Shape;645;p54"/>
          <p:cNvGrpSpPr/>
          <p:nvPr/>
        </p:nvGrpSpPr>
        <p:grpSpPr>
          <a:xfrm>
            <a:off x="0" y="603901"/>
            <a:ext cx="3806825" cy="539750"/>
            <a:chOff x="0" y="0"/>
            <a:chExt cx="3807075" cy="540000"/>
          </a:xfrm>
        </p:grpSpPr>
        <p:sp>
          <p:nvSpPr>
            <p:cNvPr id="646" name="Google Shape;646;p54"/>
            <p:cNvSpPr/>
            <p:nvPr/>
          </p:nvSpPr>
          <p:spPr>
            <a:xfrm flipH="1">
              <a:off x="0" y="0"/>
              <a:ext cx="3267075" cy="540000"/>
            </a:xfrm>
            <a:prstGeom prst="rect">
              <a:avLst/>
            </a:prstGeom>
            <a:solidFill>
              <a:schemeClr val="dk1"/>
            </a:solidFill>
            <a:ln cap="flat" cmpd="sng" w="9525">
              <a:solidFill>
                <a:srgbClr val="0C0C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Selector</a:t>
              </a:r>
              <a:endParaRPr b="1" i="0" sz="1800" u="none">
                <a:solidFill>
                  <a:srgbClr val="FFFFFF"/>
                </a:solidFill>
                <a:latin typeface="Calibri"/>
                <a:ea typeface="Calibri"/>
                <a:cs typeface="Calibri"/>
                <a:sym typeface="Calibri"/>
              </a:endParaRPr>
            </a:p>
          </p:txBody>
        </p:sp>
        <p:sp>
          <p:nvSpPr>
            <p:cNvPr id="647" name="Google Shape;647;p54"/>
            <p:cNvSpPr/>
            <p:nvPr/>
          </p:nvSpPr>
          <p:spPr>
            <a:xfrm flipH="1" rot="10800000">
              <a:off x="3267075" y="0"/>
              <a:ext cx="540000" cy="540000"/>
            </a:xfrm>
            <a:prstGeom prst="rtTriangle">
              <a:avLst/>
            </a:prstGeom>
            <a:solidFill>
              <a:schemeClr val="dk1"/>
            </a:solidFill>
            <a:ln cap="flat" cmpd="sng" w="9525">
              <a:solidFill>
                <a:srgbClr val="0C0C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pic>
        <p:nvPicPr>
          <p:cNvPr id="648" name="Google Shape;648;p54"/>
          <p:cNvPicPr preferRelativeResize="0"/>
          <p:nvPr/>
        </p:nvPicPr>
        <p:blipFill rotWithShape="1">
          <a:blip r:embed="rId3">
            <a:alphaModFix/>
          </a:blip>
          <a:srcRect b="0" l="0" r="0" t="0"/>
          <a:stretch/>
        </p:blipFill>
        <p:spPr>
          <a:xfrm>
            <a:off x="2066442" y="1635179"/>
            <a:ext cx="5692203" cy="3204829"/>
          </a:xfrm>
          <a:prstGeom prst="rect">
            <a:avLst/>
          </a:prstGeom>
          <a:noFill/>
          <a:ln>
            <a:noFill/>
          </a:ln>
        </p:spPr>
      </p:pic>
    </p:spTree>
  </p:cSld>
  <p:clrMapOvr>
    <a:masterClrMapping/>
  </p:clrMapOvr>
  <p:transition spd="slow">
    <p:push/>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55"/>
          <p:cNvSpPr/>
          <p:nvPr/>
        </p:nvSpPr>
        <p:spPr>
          <a:xfrm flipH="1">
            <a:off x="593725" y="596900"/>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654" name="Google Shape;654;p55"/>
          <p:cNvSpPr/>
          <p:nvPr/>
        </p:nvSpPr>
        <p:spPr>
          <a:xfrm flipH="1" rot="10800000">
            <a:off x="3267075" y="-1069"/>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655" name="Google Shape;655;p55"/>
          <p:cNvGrpSpPr/>
          <p:nvPr/>
        </p:nvGrpSpPr>
        <p:grpSpPr>
          <a:xfrm>
            <a:off x="593725" y="223202"/>
            <a:ext cx="8550275" cy="361950"/>
            <a:chOff x="0" y="0"/>
            <a:chExt cx="8550524" cy="362139"/>
          </a:xfrm>
        </p:grpSpPr>
        <p:sp>
          <p:nvSpPr>
            <p:cNvPr id="656" name="Google Shape;656;p55"/>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657" name="Google Shape;657;p55"/>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658" name="Google Shape;658;p55"/>
          <p:cNvGrpSpPr/>
          <p:nvPr/>
        </p:nvGrpSpPr>
        <p:grpSpPr>
          <a:xfrm>
            <a:off x="0" y="583014"/>
            <a:ext cx="4800600" cy="539750"/>
            <a:chOff x="0" y="0"/>
            <a:chExt cx="3807075" cy="540000"/>
          </a:xfrm>
        </p:grpSpPr>
        <p:sp>
          <p:nvSpPr>
            <p:cNvPr id="659" name="Google Shape;659;p55"/>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Types of Selectors</a:t>
              </a:r>
              <a:endParaRPr/>
            </a:p>
          </p:txBody>
        </p:sp>
        <p:sp>
          <p:nvSpPr>
            <p:cNvPr id="660" name="Google Shape;660;p55"/>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661" name="Google Shape;661;p55"/>
          <p:cNvSpPr txBox="1"/>
          <p:nvPr/>
        </p:nvSpPr>
        <p:spPr>
          <a:xfrm>
            <a:off x="1343025" y="1362075"/>
            <a:ext cx="7342505" cy="263200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We can apply style using selector and we did this extensively in our previous slides. There are many types of Selectors.	</a:t>
            </a:r>
            <a:endParaRPr/>
          </a:p>
          <a:p>
            <a:pPr indent="-285750" lvl="1" marL="628650" marR="0" rtl="0" algn="l">
              <a:lnSpc>
                <a:spcPct val="150000"/>
              </a:lnSpc>
              <a:spcBef>
                <a:spcPts val="0"/>
              </a:spcBef>
              <a:spcAft>
                <a:spcPts val="0"/>
              </a:spcAft>
              <a:buClr>
                <a:srgbClr val="6666FF"/>
              </a:buClr>
              <a:buSzPts val="1600"/>
              <a:buFont typeface="Arial"/>
              <a:buChar char="•"/>
            </a:pPr>
            <a:r>
              <a:rPr b="0" i="0" lang="en" sz="1600" u="none" cap="none" strike="noStrike">
                <a:solidFill>
                  <a:srgbClr val="6666FF"/>
                </a:solidFill>
                <a:latin typeface="Arial"/>
                <a:ea typeface="Arial"/>
                <a:cs typeface="Arial"/>
                <a:sym typeface="Arial"/>
              </a:rPr>
              <a:t>Universal</a:t>
            </a:r>
            <a:r>
              <a:rPr b="0" i="0" lang="en" sz="1600" u="none" cap="none" strike="noStrike">
                <a:solidFill>
                  <a:srgbClr val="FF0000"/>
                </a:solidFill>
                <a:latin typeface="Arial"/>
                <a:ea typeface="Arial"/>
                <a:cs typeface="Arial"/>
                <a:sym typeface="Arial"/>
              </a:rPr>
              <a:t> </a:t>
            </a:r>
            <a:r>
              <a:rPr b="0" i="0" lang="en" sz="1600" u="none" cap="none" strike="noStrike">
                <a:solidFill>
                  <a:schemeClr val="dk1"/>
                </a:solidFill>
                <a:latin typeface="Arial"/>
                <a:ea typeface="Arial"/>
                <a:cs typeface="Arial"/>
                <a:sym typeface="Arial"/>
              </a:rPr>
              <a:t>Selector (*)</a:t>
            </a:r>
            <a:endParaRPr/>
          </a:p>
          <a:p>
            <a:pPr indent="-285750" lvl="2" marL="971550" marR="0" rtl="0" algn="l">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Styles in that selectors applies to all the elements in the web page.</a:t>
            </a:r>
            <a:endParaRPr/>
          </a:p>
          <a:p>
            <a:pPr indent="0" lvl="2" marL="685800" marR="0" rtl="0" algn="l">
              <a:lnSpc>
                <a:spcPct val="15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285750" lvl="1" marL="628650" marR="0" rtl="0" algn="l">
              <a:lnSpc>
                <a:spcPct val="150000"/>
              </a:lnSpc>
              <a:spcBef>
                <a:spcPts val="0"/>
              </a:spcBef>
              <a:spcAft>
                <a:spcPts val="0"/>
              </a:spcAft>
              <a:buClr>
                <a:srgbClr val="6666FF"/>
              </a:buClr>
              <a:buSzPts val="1600"/>
              <a:buFont typeface="Arial"/>
              <a:buChar char="•"/>
            </a:pPr>
            <a:r>
              <a:rPr b="0" i="0" lang="en" sz="1600" u="none" cap="none" strike="noStrike">
                <a:solidFill>
                  <a:srgbClr val="6666FF"/>
                </a:solidFill>
                <a:latin typeface="Arial"/>
                <a:ea typeface="Arial"/>
                <a:cs typeface="Arial"/>
                <a:sym typeface="Arial"/>
              </a:rPr>
              <a:t>Class</a:t>
            </a:r>
            <a:r>
              <a:rPr b="0" i="0" lang="en" sz="1600" u="none" cap="none" strike="noStrike">
                <a:solidFill>
                  <a:srgbClr val="FF0000"/>
                </a:solidFill>
                <a:latin typeface="Arial"/>
                <a:ea typeface="Arial"/>
                <a:cs typeface="Arial"/>
                <a:sym typeface="Arial"/>
              </a:rPr>
              <a:t> </a:t>
            </a:r>
            <a:r>
              <a:rPr b="0" i="0" lang="en" sz="1600" u="none" cap="none" strike="noStrike">
                <a:solidFill>
                  <a:schemeClr val="dk1"/>
                </a:solidFill>
                <a:latin typeface="Arial"/>
                <a:ea typeface="Arial"/>
                <a:cs typeface="Arial"/>
                <a:sym typeface="Arial"/>
              </a:rPr>
              <a:t>Selector</a:t>
            </a:r>
            <a:endParaRPr/>
          </a:p>
          <a:p>
            <a:pPr indent="-285750" lvl="2" marL="971550" marR="0" rtl="0" algn="l">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A most widely used selector in CSS.</a:t>
            </a:r>
            <a:endParaRPr/>
          </a:p>
        </p:txBody>
      </p:sp>
    </p:spTree>
  </p:cSld>
  <p:clrMapOvr>
    <a:masterClrMapping/>
  </p:clrMapOvr>
  <p:transition spd="slow">
    <p:push/>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56"/>
          <p:cNvSpPr/>
          <p:nvPr/>
        </p:nvSpPr>
        <p:spPr>
          <a:xfrm flipH="1">
            <a:off x="593725" y="596900"/>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667" name="Google Shape;667;p56"/>
          <p:cNvSpPr/>
          <p:nvPr/>
        </p:nvSpPr>
        <p:spPr>
          <a:xfrm flipH="1" rot="10800000">
            <a:off x="3267075" y="-1069"/>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668" name="Google Shape;668;p56"/>
          <p:cNvGrpSpPr/>
          <p:nvPr/>
        </p:nvGrpSpPr>
        <p:grpSpPr>
          <a:xfrm>
            <a:off x="593725" y="223202"/>
            <a:ext cx="8550275" cy="361950"/>
            <a:chOff x="0" y="0"/>
            <a:chExt cx="8550524" cy="362139"/>
          </a:xfrm>
        </p:grpSpPr>
        <p:sp>
          <p:nvSpPr>
            <p:cNvPr id="669" name="Google Shape;669;p56"/>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670" name="Google Shape;670;p56"/>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671" name="Google Shape;671;p56"/>
          <p:cNvGrpSpPr/>
          <p:nvPr/>
        </p:nvGrpSpPr>
        <p:grpSpPr>
          <a:xfrm>
            <a:off x="0" y="583014"/>
            <a:ext cx="4800600" cy="539750"/>
            <a:chOff x="0" y="0"/>
            <a:chExt cx="3807075" cy="540000"/>
          </a:xfrm>
        </p:grpSpPr>
        <p:sp>
          <p:nvSpPr>
            <p:cNvPr id="672" name="Google Shape;672;p56"/>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Types of Selectors</a:t>
              </a:r>
              <a:endParaRPr/>
            </a:p>
          </p:txBody>
        </p:sp>
        <p:sp>
          <p:nvSpPr>
            <p:cNvPr id="673" name="Google Shape;673;p56"/>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674" name="Google Shape;674;p56"/>
          <p:cNvSpPr txBox="1"/>
          <p:nvPr/>
        </p:nvSpPr>
        <p:spPr>
          <a:xfrm>
            <a:off x="1343025" y="1362075"/>
            <a:ext cx="7342505" cy="263200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	</a:t>
            </a:r>
            <a:endParaRPr/>
          </a:p>
          <a:p>
            <a:pPr indent="-285750" lvl="1" marL="628650" marR="0" rtl="0" algn="l">
              <a:lnSpc>
                <a:spcPct val="150000"/>
              </a:lnSpc>
              <a:spcBef>
                <a:spcPts val="0"/>
              </a:spcBef>
              <a:spcAft>
                <a:spcPts val="0"/>
              </a:spcAft>
              <a:buClr>
                <a:srgbClr val="6666FF"/>
              </a:buClr>
              <a:buSzPts val="1600"/>
              <a:buFont typeface="Arial"/>
              <a:buChar char="•"/>
            </a:pPr>
            <a:r>
              <a:rPr b="0" i="0" lang="en" sz="1600" u="none" cap="none" strike="noStrike">
                <a:solidFill>
                  <a:srgbClr val="6666FF"/>
                </a:solidFill>
                <a:latin typeface="Arial"/>
                <a:ea typeface="Arial"/>
                <a:cs typeface="Arial"/>
                <a:sym typeface="Arial"/>
              </a:rPr>
              <a:t>ID</a:t>
            </a:r>
            <a:r>
              <a:rPr b="0" i="0" lang="en" sz="1600" u="none" cap="none" strike="noStrike">
                <a:solidFill>
                  <a:srgbClr val="FF0000"/>
                </a:solidFill>
                <a:latin typeface="Arial"/>
                <a:ea typeface="Arial"/>
                <a:cs typeface="Arial"/>
                <a:sym typeface="Arial"/>
              </a:rPr>
              <a:t> </a:t>
            </a:r>
            <a:r>
              <a:rPr b="0" i="0" lang="en" sz="1600" u="none" cap="none" strike="noStrike">
                <a:solidFill>
                  <a:schemeClr val="dk1"/>
                </a:solidFill>
                <a:latin typeface="Arial"/>
                <a:ea typeface="Arial"/>
                <a:cs typeface="Arial"/>
                <a:sym typeface="Arial"/>
              </a:rPr>
              <a:t>Selector (#)</a:t>
            </a:r>
            <a:endParaRPr/>
          </a:p>
          <a:p>
            <a:pPr indent="-285750" lvl="2" marL="971550" marR="0" rtl="0" algn="l">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Used for styling of unique elements.</a:t>
            </a:r>
            <a:endParaRPr/>
          </a:p>
          <a:p>
            <a:pPr indent="0" lvl="2" marL="685800" marR="0" rtl="0" algn="l">
              <a:lnSpc>
                <a:spcPct val="15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285750" lvl="1" marL="628650" marR="0" rtl="0" algn="l">
              <a:lnSpc>
                <a:spcPct val="150000"/>
              </a:lnSpc>
              <a:spcBef>
                <a:spcPts val="0"/>
              </a:spcBef>
              <a:spcAft>
                <a:spcPts val="0"/>
              </a:spcAft>
              <a:buClr>
                <a:srgbClr val="6666FF"/>
              </a:buClr>
              <a:buSzPts val="1600"/>
              <a:buFont typeface="Arial"/>
              <a:buChar char="•"/>
            </a:pPr>
            <a:r>
              <a:rPr b="0" i="0" lang="en" sz="1600" u="none" cap="none" strike="noStrike">
                <a:solidFill>
                  <a:srgbClr val="6666FF"/>
                </a:solidFill>
                <a:latin typeface="Arial"/>
                <a:ea typeface="Arial"/>
                <a:cs typeface="Arial"/>
                <a:sym typeface="Arial"/>
              </a:rPr>
              <a:t>Attributes</a:t>
            </a:r>
            <a:r>
              <a:rPr b="0" i="0" lang="en" sz="1600" u="none" cap="none" strike="noStrike">
                <a:solidFill>
                  <a:schemeClr val="dk1"/>
                </a:solidFill>
                <a:latin typeface="Arial"/>
                <a:ea typeface="Arial"/>
                <a:cs typeface="Arial"/>
                <a:sym typeface="Arial"/>
              </a:rPr>
              <a:t> Selector</a:t>
            </a:r>
            <a:r>
              <a:rPr b="0" i="0" lang="en" sz="1600" u="none" cap="none" strike="noStrike">
                <a:solidFill>
                  <a:schemeClr val="dk1"/>
                </a:solidFill>
                <a:latin typeface="Calibri"/>
                <a:ea typeface="Calibri"/>
                <a:cs typeface="Calibri"/>
                <a:sym typeface="Calibri"/>
              </a:rPr>
              <a:t>	</a:t>
            </a:r>
            <a:endParaRPr/>
          </a:p>
          <a:p>
            <a:pPr indent="-285750" lvl="2" marL="971550" marR="0" rtl="0" algn="l">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Applies style to a particular attribute of an element</a:t>
            </a:r>
            <a:r>
              <a:rPr b="0" i="0" lang="en" sz="1600" u="none" cap="none" strike="noStrike">
                <a:solidFill>
                  <a:schemeClr val="dk1"/>
                </a:solidFill>
                <a:latin typeface="Calibri"/>
                <a:ea typeface="Calibri"/>
                <a:cs typeface="Calibri"/>
                <a:sym typeface="Calibri"/>
              </a:rPr>
              <a:t>.</a:t>
            </a:r>
            <a:endParaRPr/>
          </a:p>
          <a:p>
            <a:pPr indent="-184150" lvl="1" marL="628650" marR="0" rtl="0" algn="l">
              <a:lnSpc>
                <a:spcPct val="15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p:txBody>
      </p:sp>
    </p:spTree>
  </p:cSld>
  <p:clrMapOvr>
    <a:masterClrMapping/>
  </p:clrMapOvr>
  <p:transition spd="slow">
    <p:push/>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57"/>
          <p:cNvSpPr/>
          <p:nvPr/>
        </p:nvSpPr>
        <p:spPr>
          <a:xfrm flipH="1">
            <a:off x="593725" y="596900"/>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680" name="Google Shape;680;p57"/>
          <p:cNvSpPr/>
          <p:nvPr/>
        </p:nvSpPr>
        <p:spPr>
          <a:xfrm flipH="1" rot="10800000">
            <a:off x="3267075" y="-1069"/>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681" name="Google Shape;681;p57"/>
          <p:cNvGrpSpPr/>
          <p:nvPr/>
        </p:nvGrpSpPr>
        <p:grpSpPr>
          <a:xfrm>
            <a:off x="593725" y="223202"/>
            <a:ext cx="8550275" cy="361950"/>
            <a:chOff x="0" y="0"/>
            <a:chExt cx="8550524" cy="362139"/>
          </a:xfrm>
        </p:grpSpPr>
        <p:sp>
          <p:nvSpPr>
            <p:cNvPr id="682" name="Google Shape;682;p57"/>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683" name="Google Shape;683;p57"/>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684" name="Google Shape;684;p57"/>
          <p:cNvGrpSpPr/>
          <p:nvPr/>
        </p:nvGrpSpPr>
        <p:grpSpPr>
          <a:xfrm>
            <a:off x="0" y="583014"/>
            <a:ext cx="4800600" cy="539750"/>
            <a:chOff x="0" y="0"/>
            <a:chExt cx="3807075" cy="540000"/>
          </a:xfrm>
        </p:grpSpPr>
        <p:sp>
          <p:nvSpPr>
            <p:cNvPr id="685" name="Google Shape;685;p57"/>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Types of Selectors</a:t>
              </a:r>
              <a:endParaRPr/>
            </a:p>
          </p:txBody>
        </p:sp>
        <p:sp>
          <p:nvSpPr>
            <p:cNvPr id="686" name="Google Shape;686;p57"/>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687" name="Google Shape;687;p57"/>
          <p:cNvSpPr txBox="1"/>
          <p:nvPr/>
        </p:nvSpPr>
        <p:spPr>
          <a:xfrm>
            <a:off x="1377604" y="1923530"/>
            <a:ext cx="7342500" cy="14007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t/>
            </a:r>
            <a:endParaRPr/>
          </a:p>
          <a:p>
            <a:pPr indent="0" lvl="2" marL="787400" marR="0" rtl="0" algn="l">
              <a:lnSpc>
                <a:spcPct val="150000"/>
              </a:lnSpc>
              <a:spcBef>
                <a:spcPts val="0"/>
              </a:spcBef>
              <a:spcAft>
                <a:spcPts val="0"/>
              </a:spcAft>
              <a:buClr>
                <a:schemeClr val="dk1"/>
              </a:buClr>
              <a:buSzPts val="1600"/>
              <a:buFont typeface="Arial"/>
              <a:buNone/>
            </a:pPr>
            <a:r>
              <a:t/>
            </a:r>
            <a:endParaRPr b="0" i="0" sz="1600" u="none" cap="none" strike="noStrike">
              <a:solidFill>
                <a:schemeClr val="dk1"/>
              </a:solidFill>
              <a:latin typeface="Calibri"/>
              <a:ea typeface="Calibri"/>
              <a:cs typeface="Calibri"/>
              <a:sym typeface="Calibri"/>
            </a:endParaRPr>
          </a:p>
          <a:p>
            <a:pPr indent="-285750" lvl="1" marL="628650" marR="0" rtl="0" algn="l">
              <a:lnSpc>
                <a:spcPct val="150000"/>
              </a:lnSpc>
              <a:spcBef>
                <a:spcPts val="0"/>
              </a:spcBef>
              <a:spcAft>
                <a:spcPts val="0"/>
              </a:spcAft>
              <a:buClr>
                <a:srgbClr val="6666FF"/>
              </a:buClr>
              <a:buSzPts val="1600"/>
              <a:buFont typeface="Arial"/>
              <a:buChar char="•"/>
            </a:pPr>
            <a:r>
              <a:rPr b="0" i="0" lang="en" sz="1600" u="none" cap="none" strike="noStrike">
                <a:solidFill>
                  <a:srgbClr val="6666FF"/>
                </a:solidFill>
                <a:latin typeface="Arial"/>
                <a:ea typeface="Arial"/>
                <a:cs typeface="Arial"/>
                <a:sym typeface="Arial"/>
              </a:rPr>
              <a:t>Grouping</a:t>
            </a:r>
            <a:r>
              <a:rPr b="0" i="0" lang="en" sz="1600" u="none" cap="none" strike="noStrike">
                <a:solidFill>
                  <a:srgbClr val="FF0000"/>
                </a:solidFill>
                <a:latin typeface="Arial"/>
                <a:ea typeface="Arial"/>
                <a:cs typeface="Arial"/>
                <a:sym typeface="Arial"/>
              </a:rPr>
              <a:t> </a:t>
            </a:r>
            <a:r>
              <a:rPr b="0" i="0" lang="en" sz="1600" u="none" cap="none" strike="noStrike">
                <a:solidFill>
                  <a:schemeClr val="dk1"/>
                </a:solidFill>
                <a:latin typeface="Arial"/>
                <a:ea typeface="Arial"/>
                <a:cs typeface="Arial"/>
                <a:sym typeface="Arial"/>
              </a:rPr>
              <a:t>Selector</a:t>
            </a:r>
            <a:endParaRPr/>
          </a:p>
          <a:p>
            <a:pPr indent="-285750" lvl="2" marL="971550" marR="0" rtl="0" algn="l">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Applies same style to many elements.</a:t>
            </a:r>
            <a:endParaRPr/>
          </a:p>
        </p:txBody>
      </p:sp>
    </p:spTree>
  </p:cSld>
  <p:clrMapOvr>
    <a:masterClrMapping/>
  </p:clrMapOvr>
  <p:transition spd="slow">
    <p:push/>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58"/>
          <p:cNvSpPr/>
          <p:nvPr/>
        </p:nvSpPr>
        <p:spPr>
          <a:xfrm flipH="1">
            <a:off x="593725" y="596900"/>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693" name="Google Shape;693;p58"/>
          <p:cNvSpPr/>
          <p:nvPr/>
        </p:nvSpPr>
        <p:spPr>
          <a:xfrm flipH="1" rot="10800000">
            <a:off x="3267075" y="-1069"/>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694" name="Google Shape;694;p58"/>
          <p:cNvGrpSpPr/>
          <p:nvPr/>
        </p:nvGrpSpPr>
        <p:grpSpPr>
          <a:xfrm>
            <a:off x="593725" y="223202"/>
            <a:ext cx="8550275" cy="361950"/>
            <a:chOff x="0" y="0"/>
            <a:chExt cx="8550524" cy="362139"/>
          </a:xfrm>
        </p:grpSpPr>
        <p:sp>
          <p:nvSpPr>
            <p:cNvPr id="695" name="Google Shape;695;p58"/>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696" name="Google Shape;696;p58"/>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697" name="Google Shape;697;p58"/>
          <p:cNvGrpSpPr/>
          <p:nvPr/>
        </p:nvGrpSpPr>
        <p:grpSpPr>
          <a:xfrm>
            <a:off x="0" y="583014"/>
            <a:ext cx="4800600" cy="539750"/>
            <a:chOff x="0" y="0"/>
            <a:chExt cx="3807075" cy="540000"/>
          </a:xfrm>
        </p:grpSpPr>
        <p:sp>
          <p:nvSpPr>
            <p:cNvPr id="698" name="Google Shape;698;p58"/>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Types of Selectors</a:t>
              </a:r>
              <a:endParaRPr/>
            </a:p>
          </p:txBody>
        </p:sp>
        <p:sp>
          <p:nvSpPr>
            <p:cNvPr id="699" name="Google Shape;699;p58"/>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700" name="Google Shape;700;p58"/>
          <p:cNvSpPr txBox="1"/>
          <p:nvPr/>
        </p:nvSpPr>
        <p:spPr>
          <a:xfrm>
            <a:off x="1343025" y="1362075"/>
            <a:ext cx="7342505" cy="226267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600"/>
              <a:buFont typeface="Arial"/>
              <a:buNone/>
            </a:pPr>
            <a:r>
              <a:rPr b="1" i="0" lang="en" sz="1600" u="none">
                <a:solidFill>
                  <a:schemeClr val="dk1"/>
                </a:solidFill>
                <a:latin typeface="Arial"/>
                <a:ea typeface="Arial"/>
                <a:cs typeface="Arial"/>
                <a:sym typeface="Arial"/>
              </a:rPr>
              <a:t>Class Selector</a:t>
            </a:r>
            <a:endParaRPr/>
          </a:p>
          <a:p>
            <a:pPr indent="0" lvl="0" marL="0" marR="0" rtl="0" algn="l">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Need to assign a class to the element</a:t>
            </a:r>
            <a:endParaRPr/>
          </a:p>
          <a:p>
            <a:pPr indent="0" lvl="0" marL="0" marR="0" rtl="0" algn="l">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And then have to apply style on that</a:t>
            </a:r>
            <a:endParaRPr/>
          </a:p>
          <a:p>
            <a:pPr indent="0" lvl="0" marL="0" marR="0" rtl="0" algn="l">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Particular tag using that class.</a:t>
            </a:r>
            <a:endParaRPr/>
          </a:p>
          <a:p>
            <a:pPr indent="0" lvl="0" marL="0" marR="0" rtl="0" algn="l">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p:txBody>
      </p:sp>
      <p:pic>
        <p:nvPicPr>
          <p:cNvPr id="701" name="Google Shape;701;p58"/>
          <p:cNvPicPr preferRelativeResize="0"/>
          <p:nvPr/>
        </p:nvPicPr>
        <p:blipFill rotWithShape="1">
          <a:blip r:embed="rId3">
            <a:alphaModFix/>
          </a:blip>
          <a:srcRect b="0" l="0" r="0" t="0"/>
          <a:stretch/>
        </p:blipFill>
        <p:spPr>
          <a:xfrm>
            <a:off x="5306299" y="1491717"/>
            <a:ext cx="3379231" cy="3413023"/>
          </a:xfrm>
          <a:prstGeom prst="rect">
            <a:avLst/>
          </a:prstGeom>
          <a:noFill/>
          <a:ln>
            <a:noFill/>
          </a:ln>
        </p:spPr>
      </p:pic>
    </p:spTree>
  </p:cSld>
  <p:clrMapOvr>
    <a:masterClrMapping/>
  </p:clrMapOvr>
  <p:transition spd="slow">
    <p:push/>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59"/>
          <p:cNvSpPr/>
          <p:nvPr/>
        </p:nvSpPr>
        <p:spPr>
          <a:xfrm flipH="1">
            <a:off x="593725" y="596900"/>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707" name="Google Shape;707;p59"/>
          <p:cNvSpPr/>
          <p:nvPr/>
        </p:nvSpPr>
        <p:spPr>
          <a:xfrm flipH="1" rot="10800000">
            <a:off x="3267075" y="-1069"/>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708" name="Google Shape;708;p59"/>
          <p:cNvGrpSpPr/>
          <p:nvPr/>
        </p:nvGrpSpPr>
        <p:grpSpPr>
          <a:xfrm>
            <a:off x="593725" y="223202"/>
            <a:ext cx="8550275" cy="361950"/>
            <a:chOff x="0" y="0"/>
            <a:chExt cx="8550524" cy="362139"/>
          </a:xfrm>
        </p:grpSpPr>
        <p:sp>
          <p:nvSpPr>
            <p:cNvPr id="709" name="Google Shape;709;p59"/>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710" name="Google Shape;710;p59"/>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711" name="Google Shape;711;p59"/>
          <p:cNvGrpSpPr/>
          <p:nvPr/>
        </p:nvGrpSpPr>
        <p:grpSpPr>
          <a:xfrm>
            <a:off x="0" y="583014"/>
            <a:ext cx="4800600" cy="539750"/>
            <a:chOff x="0" y="0"/>
            <a:chExt cx="3807075" cy="540000"/>
          </a:xfrm>
        </p:grpSpPr>
        <p:sp>
          <p:nvSpPr>
            <p:cNvPr id="712" name="Google Shape;712;p59"/>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Types of Selectors</a:t>
              </a:r>
              <a:endParaRPr/>
            </a:p>
          </p:txBody>
        </p:sp>
        <p:sp>
          <p:nvSpPr>
            <p:cNvPr id="713" name="Google Shape;713;p59"/>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714" name="Google Shape;714;p59"/>
          <p:cNvSpPr txBox="1"/>
          <p:nvPr/>
        </p:nvSpPr>
        <p:spPr>
          <a:xfrm>
            <a:off x="1343025" y="1362075"/>
            <a:ext cx="7342505" cy="3001334"/>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600"/>
              <a:buFont typeface="Arial"/>
              <a:buNone/>
            </a:pPr>
            <a:r>
              <a:rPr b="1" i="0" lang="en" sz="1600" u="none">
                <a:solidFill>
                  <a:schemeClr val="dk1"/>
                </a:solidFill>
                <a:latin typeface="Arial"/>
                <a:ea typeface="Arial"/>
                <a:cs typeface="Arial"/>
                <a:sym typeface="Arial"/>
              </a:rPr>
              <a:t>ID Selector</a:t>
            </a:r>
            <a:endParaRPr/>
          </a:p>
          <a:p>
            <a:pPr indent="0" lvl="0" marL="0" marR="0" rtl="0" algn="l">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Need to assign an ID to the element</a:t>
            </a:r>
            <a:endParaRPr/>
          </a:p>
          <a:p>
            <a:pPr indent="0" lvl="0" marL="0" marR="0" rtl="0" algn="l">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And then have to apply style on that</a:t>
            </a:r>
            <a:endParaRPr/>
          </a:p>
          <a:p>
            <a:pPr indent="0" lvl="0" marL="0" marR="0" rtl="0" algn="l">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Particular tag using that class.</a:t>
            </a:r>
            <a:endParaRPr/>
          </a:p>
          <a:p>
            <a:pPr indent="0" lvl="0" marL="0" marR="0" rtl="0" algn="l">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Difference?</a:t>
            </a:r>
            <a:endParaRPr/>
          </a:p>
          <a:p>
            <a:pPr indent="0" lvl="0" marL="0" marR="0" rtl="0" algn="l">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p:txBody>
      </p:sp>
      <p:pic>
        <p:nvPicPr>
          <p:cNvPr id="715" name="Google Shape;715;p59"/>
          <p:cNvPicPr preferRelativeResize="0"/>
          <p:nvPr/>
        </p:nvPicPr>
        <p:blipFill rotWithShape="1">
          <a:blip r:embed="rId3">
            <a:alphaModFix/>
          </a:blip>
          <a:srcRect b="0" l="0" r="0" t="0"/>
          <a:stretch/>
        </p:blipFill>
        <p:spPr>
          <a:xfrm>
            <a:off x="5462571" y="1122764"/>
            <a:ext cx="3331801" cy="3798253"/>
          </a:xfrm>
          <a:prstGeom prst="rect">
            <a:avLst/>
          </a:prstGeom>
          <a:noFill/>
          <a:ln>
            <a:noFill/>
          </a:ln>
        </p:spPr>
      </p:pic>
    </p:spTree>
  </p:cSld>
  <p:clrMapOvr>
    <a:masterClrMapping/>
  </p:clrMapOvr>
  <p:transition spd="slow">
    <p:push/>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60"/>
          <p:cNvSpPr/>
          <p:nvPr/>
        </p:nvSpPr>
        <p:spPr>
          <a:xfrm flipH="1">
            <a:off x="593725" y="596900"/>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721" name="Google Shape;721;p60"/>
          <p:cNvSpPr/>
          <p:nvPr/>
        </p:nvSpPr>
        <p:spPr>
          <a:xfrm flipH="1" rot="10800000">
            <a:off x="3267075" y="-1069"/>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722" name="Google Shape;722;p60"/>
          <p:cNvGrpSpPr/>
          <p:nvPr/>
        </p:nvGrpSpPr>
        <p:grpSpPr>
          <a:xfrm>
            <a:off x="593725" y="223202"/>
            <a:ext cx="8550275" cy="361950"/>
            <a:chOff x="0" y="0"/>
            <a:chExt cx="8550524" cy="362139"/>
          </a:xfrm>
        </p:grpSpPr>
        <p:sp>
          <p:nvSpPr>
            <p:cNvPr id="723" name="Google Shape;723;p60"/>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724" name="Google Shape;724;p60"/>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725" name="Google Shape;725;p60"/>
          <p:cNvGrpSpPr/>
          <p:nvPr/>
        </p:nvGrpSpPr>
        <p:grpSpPr>
          <a:xfrm>
            <a:off x="0" y="583014"/>
            <a:ext cx="4800600" cy="539750"/>
            <a:chOff x="0" y="0"/>
            <a:chExt cx="3807075" cy="540000"/>
          </a:xfrm>
        </p:grpSpPr>
        <p:sp>
          <p:nvSpPr>
            <p:cNvPr id="726" name="Google Shape;726;p60"/>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Types of Selectors</a:t>
              </a:r>
              <a:endParaRPr/>
            </a:p>
          </p:txBody>
        </p:sp>
        <p:sp>
          <p:nvSpPr>
            <p:cNvPr id="727" name="Google Shape;727;p60"/>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728" name="Google Shape;728;p60"/>
          <p:cNvSpPr txBox="1"/>
          <p:nvPr/>
        </p:nvSpPr>
        <p:spPr>
          <a:xfrm>
            <a:off x="1343025" y="1362075"/>
            <a:ext cx="7342505" cy="226267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600"/>
              <a:buFont typeface="Arial"/>
              <a:buNone/>
            </a:pPr>
            <a:r>
              <a:rPr b="1" i="0" lang="en" sz="1600" u="none">
                <a:solidFill>
                  <a:schemeClr val="dk1"/>
                </a:solidFill>
                <a:latin typeface="Arial"/>
                <a:ea typeface="Arial"/>
                <a:cs typeface="Arial"/>
                <a:sym typeface="Arial"/>
              </a:rPr>
              <a:t>Tag Selector</a:t>
            </a:r>
            <a:endParaRPr/>
          </a:p>
          <a:p>
            <a:pPr indent="0" lvl="0" marL="0" marR="0" rtl="0" algn="l">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Just have to select an tag and have to apply</a:t>
            </a:r>
            <a:endParaRPr/>
          </a:p>
          <a:p>
            <a:pPr indent="0" lvl="0" marL="0" marR="0" rtl="0" algn="l">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Style on it.</a:t>
            </a:r>
            <a:endParaRPr/>
          </a:p>
          <a:p>
            <a:pPr indent="0" lvl="0" marL="0" marR="0" rtl="0" algn="l">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p:txBody>
      </p:sp>
      <p:pic>
        <p:nvPicPr>
          <p:cNvPr id="729" name="Google Shape;729;p60"/>
          <p:cNvPicPr preferRelativeResize="0"/>
          <p:nvPr/>
        </p:nvPicPr>
        <p:blipFill rotWithShape="1">
          <a:blip r:embed="rId3">
            <a:alphaModFix/>
          </a:blip>
          <a:srcRect b="0" l="0" r="0" t="0"/>
          <a:stretch/>
        </p:blipFill>
        <p:spPr>
          <a:xfrm>
            <a:off x="3536950" y="2736786"/>
            <a:ext cx="5058481" cy="1648055"/>
          </a:xfrm>
          <a:prstGeom prst="rect">
            <a:avLst/>
          </a:prstGeom>
          <a:noFill/>
          <a:ln>
            <a:noFill/>
          </a:ln>
        </p:spPr>
      </p:pic>
    </p:spTree>
  </p:cSld>
  <p:clrMapOvr>
    <a:masterClrMapping/>
  </p:clrMapOvr>
  <p:transition spd="slow">
    <p:push/>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61"/>
          <p:cNvSpPr/>
          <p:nvPr/>
        </p:nvSpPr>
        <p:spPr>
          <a:xfrm flipH="1">
            <a:off x="593725" y="596900"/>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735" name="Google Shape;735;p61"/>
          <p:cNvSpPr/>
          <p:nvPr/>
        </p:nvSpPr>
        <p:spPr>
          <a:xfrm flipH="1" rot="10800000">
            <a:off x="3267075" y="-1069"/>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736" name="Google Shape;736;p61"/>
          <p:cNvGrpSpPr/>
          <p:nvPr/>
        </p:nvGrpSpPr>
        <p:grpSpPr>
          <a:xfrm>
            <a:off x="593725" y="223202"/>
            <a:ext cx="8550275" cy="361950"/>
            <a:chOff x="0" y="0"/>
            <a:chExt cx="8550524" cy="362139"/>
          </a:xfrm>
        </p:grpSpPr>
        <p:sp>
          <p:nvSpPr>
            <p:cNvPr id="737" name="Google Shape;737;p61"/>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738" name="Google Shape;738;p61"/>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739" name="Google Shape;739;p61"/>
          <p:cNvGrpSpPr/>
          <p:nvPr/>
        </p:nvGrpSpPr>
        <p:grpSpPr>
          <a:xfrm>
            <a:off x="0" y="583014"/>
            <a:ext cx="4800600" cy="539750"/>
            <a:chOff x="0" y="0"/>
            <a:chExt cx="3807075" cy="540000"/>
          </a:xfrm>
        </p:grpSpPr>
        <p:sp>
          <p:nvSpPr>
            <p:cNvPr id="740" name="Google Shape;740;p61"/>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Types of Selectors</a:t>
              </a:r>
              <a:endParaRPr/>
            </a:p>
          </p:txBody>
        </p:sp>
        <p:sp>
          <p:nvSpPr>
            <p:cNvPr id="741" name="Google Shape;741;p61"/>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742" name="Google Shape;742;p61"/>
          <p:cNvSpPr txBox="1"/>
          <p:nvPr/>
        </p:nvSpPr>
        <p:spPr>
          <a:xfrm>
            <a:off x="1129347" y="1362075"/>
            <a:ext cx="7342505" cy="226267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600"/>
              <a:buFont typeface="Arial"/>
              <a:buNone/>
            </a:pPr>
            <a:r>
              <a:rPr b="1" i="0" lang="en" sz="1600" u="none">
                <a:solidFill>
                  <a:schemeClr val="dk1"/>
                </a:solidFill>
                <a:latin typeface="Arial"/>
                <a:ea typeface="Arial"/>
                <a:cs typeface="Arial"/>
                <a:sym typeface="Arial"/>
              </a:rPr>
              <a:t>Attribute Selector</a:t>
            </a:r>
            <a:endParaRPr/>
          </a:p>
          <a:p>
            <a:pPr indent="0" lvl="0" marL="0" marR="0" rtl="0" algn="l">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Just have to target element with that attributes</a:t>
            </a:r>
            <a:endParaRPr/>
          </a:p>
          <a:p>
            <a:pPr indent="0" lvl="0" marL="0" marR="0" rtl="0" algn="l">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And style will be applied on it.</a:t>
            </a:r>
            <a:endParaRPr/>
          </a:p>
          <a:p>
            <a:pPr indent="0" lvl="0" marL="0" marR="0" rtl="0" algn="l">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p:txBody>
      </p:sp>
      <p:pic>
        <p:nvPicPr>
          <p:cNvPr id="743" name="Google Shape;743;p61"/>
          <p:cNvPicPr preferRelativeResize="0"/>
          <p:nvPr/>
        </p:nvPicPr>
        <p:blipFill rotWithShape="1">
          <a:blip r:embed="rId3">
            <a:alphaModFix/>
          </a:blip>
          <a:srcRect b="0" l="0" r="0" t="0"/>
          <a:stretch/>
        </p:blipFill>
        <p:spPr>
          <a:xfrm>
            <a:off x="5477301" y="1122764"/>
            <a:ext cx="3631364" cy="3679782"/>
          </a:xfrm>
          <a:prstGeom prst="rect">
            <a:avLst/>
          </a:prstGeom>
          <a:noFill/>
          <a:ln>
            <a:noFill/>
          </a:ln>
        </p:spPr>
      </p:pic>
    </p:spTree>
  </p:cSld>
  <p:clrMapOvr>
    <a:masterClrMapping/>
  </p:clrMapOvr>
  <p:transition spd="slow">
    <p:push/>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62"/>
          <p:cNvSpPr/>
          <p:nvPr/>
        </p:nvSpPr>
        <p:spPr>
          <a:xfrm flipH="1">
            <a:off x="593725" y="596900"/>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749" name="Google Shape;749;p62"/>
          <p:cNvSpPr/>
          <p:nvPr/>
        </p:nvSpPr>
        <p:spPr>
          <a:xfrm flipH="1" rot="10800000">
            <a:off x="3267075" y="-1069"/>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750" name="Google Shape;750;p62"/>
          <p:cNvGrpSpPr/>
          <p:nvPr/>
        </p:nvGrpSpPr>
        <p:grpSpPr>
          <a:xfrm>
            <a:off x="593725" y="223202"/>
            <a:ext cx="8550275" cy="361950"/>
            <a:chOff x="0" y="0"/>
            <a:chExt cx="8550524" cy="362139"/>
          </a:xfrm>
        </p:grpSpPr>
        <p:sp>
          <p:nvSpPr>
            <p:cNvPr id="751" name="Google Shape;751;p62"/>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752" name="Google Shape;752;p62"/>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753" name="Google Shape;753;p62"/>
          <p:cNvGrpSpPr/>
          <p:nvPr/>
        </p:nvGrpSpPr>
        <p:grpSpPr>
          <a:xfrm>
            <a:off x="0" y="583014"/>
            <a:ext cx="4800600" cy="539750"/>
            <a:chOff x="0" y="0"/>
            <a:chExt cx="3807075" cy="540000"/>
          </a:xfrm>
        </p:grpSpPr>
        <p:sp>
          <p:nvSpPr>
            <p:cNvPr id="754" name="Google Shape;754;p62"/>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Types of Selectors</a:t>
              </a:r>
              <a:endParaRPr/>
            </a:p>
          </p:txBody>
        </p:sp>
        <p:sp>
          <p:nvSpPr>
            <p:cNvPr id="755" name="Google Shape;755;p62"/>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756" name="Google Shape;756;p62"/>
          <p:cNvSpPr txBox="1"/>
          <p:nvPr/>
        </p:nvSpPr>
        <p:spPr>
          <a:xfrm>
            <a:off x="1129347" y="1362075"/>
            <a:ext cx="7342505" cy="226267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600"/>
              <a:buFont typeface="Arial"/>
              <a:buNone/>
            </a:pPr>
            <a:r>
              <a:rPr b="1" i="0" lang="en" sz="1600" u="none">
                <a:solidFill>
                  <a:schemeClr val="dk1"/>
                </a:solidFill>
                <a:latin typeface="Arial"/>
                <a:ea typeface="Arial"/>
                <a:cs typeface="Arial"/>
                <a:sym typeface="Arial"/>
              </a:rPr>
              <a:t>Grouping Selector</a:t>
            </a:r>
            <a:endParaRPr/>
          </a:p>
          <a:p>
            <a:pPr indent="0" lvl="0" marL="0" marR="0" rtl="0" algn="l">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Have to target multiple selectors together,</a:t>
            </a:r>
            <a:endParaRPr/>
          </a:p>
          <a:p>
            <a:pPr indent="0" lvl="0" marL="0" marR="0" rtl="0" algn="l">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And have to style them.</a:t>
            </a:r>
            <a:endParaRPr/>
          </a:p>
          <a:p>
            <a:pPr indent="0" lvl="0" marL="0" marR="0" rtl="0" algn="l">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p:txBody>
      </p:sp>
      <p:pic>
        <p:nvPicPr>
          <p:cNvPr id="757" name="Google Shape;757;p62"/>
          <p:cNvPicPr preferRelativeResize="0"/>
          <p:nvPr/>
        </p:nvPicPr>
        <p:blipFill rotWithShape="1">
          <a:blip r:embed="rId3">
            <a:alphaModFix/>
          </a:blip>
          <a:srcRect b="0" l="0" r="0" t="0"/>
          <a:stretch/>
        </p:blipFill>
        <p:spPr>
          <a:xfrm>
            <a:off x="5475336" y="898848"/>
            <a:ext cx="3619859" cy="4020736"/>
          </a:xfrm>
          <a:prstGeom prst="rect">
            <a:avLst/>
          </a:prstGeom>
          <a:noFill/>
          <a:ln>
            <a:noFill/>
          </a:ln>
        </p:spPr>
      </p:pic>
    </p:spTree>
  </p:cSld>
  <p:clrMapOvr>
    <a:masterClrMapping/>
  </p:clrMapOvr>
  <p:transition spd="slow">
    <p:push/>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63"/>
          <p:cNvSpPr/>
          <p:nvPr/>
        </p:nvSpPr>
        <p:spPr>
          <a:xfrm flipH="1">
            <a:off x="593725" y="596900"/>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763" name="Google Shape;763;p63"/>
          <p:cNvSpPr/>
          <p:nvPr/>
        </p:nvSpPr>
        <p:spPr>
          <a:xfrm flipH="1" rot="10800000">
            <a:off x="3267075" y="-1069"/>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764" name="Google Shape;764;p63"/>
          <p:cNvGrpSpPr/>
          <p:nvPr/>
        </p:nvGrpSpPr>
        <p:grpSpPr>
          <a:xfrm>
            <a:off x="593725" y="223202"/>
            <a:ext cx="8550275" cy="361950"/>
            <a:chOff x="0" y="0"/>
            <a:chExt cx="8550524" cy="362139"/>
          </a:xfrm>
        </p:grpSpPr>
        <p:sp>
          <p:nvSpPr>
            <p:cNvPr id="765" name="Google Shape;765;p63"/>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766" name="Google Shape;766;p63"/>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767" name="Google Shape;767;p63"/>
          <p:cNvGrpSpPr/>
          <p:nvPr/>
        </p:nvGrpSpPr>
        <p:grpSpPr>
          <a:xfrm>
            <a:off x="0" y="569775"/>
            <a:ext cx="5067300" cy="539750"/>
            <a:chOff x="0" y="0"/>
            <a:chExt cx="3807075" cy="540000"/>
          </a:xfrm>
        </p:grpSpPr>
        <p:sp>
          <p:nvSpPr>
            <p:cNvPr id="768" name="Google Shape;768;p63"/>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Color System</a:t>
              </a:r>
              <a:endParaRPr b="1" i="0" sz="1800" u="none">
                <a:solidFill>
                  <a:srgbClr val="FFFFFF"/>
                </a:solidFill>
                <a:latin typeface="Calibri"/>
                <a:ea typeface="Calibri"/>
                <a:cs typeface="Calibri"/>
                <a:sym typeface="Calibri"/>
              </a:endParaRPr>
            </a:p>
          </p:txBody>
        </p:sp>
        <p:sp>
          <p:nvSpPr>
            <p:cNvPr id="769" name="Google Shape;769;p63"/>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770" name="Google Shape;770;p63"/>
          <p:cNvSpPr/>
          <p:nvPr/>
        </p:nvSpPr>
        <p:spPr>
          <a:xfrm>
            <a:off x="1297305" y="1123963"/>
            <a:ext cx="7846695" cy="1569660"/>
          </a:xfrm>
          <a:prstGeom prst="rect">
            <a:avLst/>
          </a:prstGeom>
          <a:noFill/>
          <a:ln>
            <a:noFill/>
          </a:ln>
        </p:spPr>
        <p:txBody>
          <a:bodyPr anchorCtr="0" anchor="t" bIns="45700" lIns="91425" spcFirstLastPara="1" rIns="91425" wrap="square" tIns="45700">
            <a:noAutofit/>
          </a:bodyPr>
          <a:lstStyle/>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CSS uses color values to specify a color. </a:t>
            </a:r>
            <a:endParaRPr/>
          </a:p>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We can set both foreground as well as background colors of the text.</a:t>
            </a:r>
            <a:endParaRPr/>
          </a:p>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Colors can be set in various formats.</a:t>
            </a:r>
            <a:endParaRPr/>
          </a:p>
          <a:p>
            <a:pPr indent="-184150" lvl="0" marL="285750" marR="0" rtl="0" algn="just">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p:txBody>
      </p:sp>
      <p:pic>
        <p:nvPicPr>
          <p:cNvPr id="771" name="Google Shape;771;p63"/>
          <p:cNvPicPr preferRelativeResize="0"/>
          <p:nvPr/>
        </p:nvPicPr>
        <p:blipFill rotWithShape="1">
          <a:blip r:embed="rId3">
            <a:alphaModFix/>
          </a:blip>
          <a:srcRect b="0" l="0" r="0" t="0"/>
          <a:stretch/>
        </p:blipFill>
        <p:spPr>
          <a:xfrm>
            <a:off x="1419610" y="2363133"/>
            <a:ext cx="6524240" cy="2690687"/>
          </a:xfrm>
          <a:prstGeom prst="rect">
            <a:avLst/>
          </a:prstGeom>
          <a:noFill/>
          <a:ln>
            <a:noFill/>
          </a:ln>
        </p:spPr>
      </p:pic>
    </p:spTree>
  </p:cSld>
  <p:clrMapOvr>
    <a:masterClrMapping/>
  </p:clrMapOvr>
  <p:transition spd="slow">
    <p:push/>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64"/>
          <p:cNvSpPr/>
          <p:nvPr/>
        </p:nvSpPr>
        <p:spPr>
          <a:xfrm flipH="1">
            <a:off x="593725" y="596900"/>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777" name="Google Shape;777;p64"/>
          <p:cNvSpPr/>
          <p:nvPr/>
        </p:nvSpPr>
        <p:spPr>
          <a:xfrm flipH="1" rot="10800000">
            <a:off x="3267075" y="-1069"/>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778" name="Google Shape;778;p64"/>
          <p:cNvGrpSpPr/>
          <p:nvPr/>
        </p:nvGrpSpPr>
        <p:grpSpPr>
          <a:xfrm>
            <a:off x="593725" y="223202"/>
            <a:ext cx="8550275" cy="361950"/>
            <a:chOff x="0" y="0"/>
            <a:chExt cx="8550524" cy="362139"/>
          </a:xfrm>
        </p:grpSpPr>
        <p:sp>
          <p:nvSpPr>
            <p:cNvPr id="779" name="Google Shape;779;p64"/>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780" name="Google Shape;780;p64"/>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781" name="Google Shape;781;p64"/>
          <p:cNvGrpSpPr/>
          <p:nvPr/>
        </p:nvGrpSpPr>
        <p:grpSpPr>
          <a:xfrm>
            <a:off x="0" y="569775"/>
            <a:ext cx="5067300" cy="539750"/>
            <a:chOff x="0" y="0"/>
            <a:chExt cx="3807075" cy="540000"/>
          </a:xfrm>
        </p:grpSpPr>
        <p:sp>
          <p:nvSpPr>
            <p:cNvPr id="782" name="Google Shape;782;p64"/>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Arial"/>
                <a:buNone/>
              </a:pPr>
              <a:r>
                <a:rPr b="0" i="0" lang="en" sz="2400" u="none">
                  <a:solidFill>
                    <a:schemeClr val="lt1"/>
                  </a:solidFill>
                  <a:latin typeface="Calibri"/>
                  <a:ea typeface="Calibri"/>
                  <a:cs typeface="Calibri"/>
                  <a:sym typeface="Calibri"/>
                </a:rPr>
                <a:t>Typography</a:t>
              </a:r>
              <a:endParaRPr b="1" i="0" sz="1800" u="none">
                <a:solidFill>
                  <a:schemeClr val="lt1"/>
                </a:solidFill>
                <a:latin typeface="Calibri"/>
                <a:ea typeface="Calibri"/>
                <a:cs typeface="Calibri"/>
                <a:sym typeface="Calibri"/>
              </a:endParaRPr>
            </a:p>
          </p:txBody>
        </p:sp>
        <p:sp>
          <p:nvSpPr>
            <p:cNvPr id="783" name="Google Shape;783;p64"/>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784" name="Google Shape;784;p64"/>
          <p:cNvSpPr/>
          <p:nvPr/>
        </p:nvSpPr>
        <p:spPr>
          <a:xfrm>
            <a:off x="1297305" y="1397000"/>
            <a:ext cx="7846695" cy="3170099"/>
          </a:xfrm>
          <a:prstGeom prst="rect">
            <a:avLst/>
          </a:prstGeom>
          <a:noFill/>
          <a:ln>
            <a:noFill/>
          </a:ln>
        </p:spPr>
        <p:txBody>
          <a:bodyPr anchorCtr="0" anchor="t" bIns="45700" lIns="91425" spcFirstLastPara="1" rIns="91425" wrap="square" tIns="45700">
            <a:noAutofit/>
          </a:bodyPr>
          <a:lstStyle/>
          <a:p>
            <a:pPr indent="0" lvl="0" marL="0" marR="0" rtl="0" algn="just">
              <a:lnSpc>
                <a:spcPct val="200000"/>
              </a:lnSpc>
              <a:spcBef>
                <a:spcPts val="0"/>
              </a:spcBef>
              <a:spcAft>
                <a:spcPts val="0"/>
              </a:spcAft>
              <a:buClr>
                <a:schemeClr val="dk1"/>
              </a:buClr>
              <a:buSzPts val="2000"/>
              <a:buFont typeface="Arial"/>
              <a:buNone/>
            </a:pPr>
            <a:r>
              <a:rPr b="0" i="0" lang="en" sz="2000" u="none">
                <a:solidFill>
                  <a:schemeClr val="dk1"/>
                </a:solidFill>
                <a:latin typeface="Calibri"/>
                <a:ea typeface="Calibri"/>
                <a:cs typeface="Calibri"/>
                <a:sym typeface="Calibri"/>
              </a:rPr>
              <a:t>Some font properties in CSS:</a:t>
            </a:r>
            <a:endParaRPr/>
          </a:p>
          <a:p>
            <a:pPr indent="-342900" lvl="1" marL="685800" marR="0" rtl="0" algn="just">
              <a:lnSpc>
                <a:spcPct val="100000"/>
              </a:lnSpc>
              <a:spcBef>
                <a:spcPts val="0"/>
              </a:spcBef>
              <a:spcAft>
                <a:spcPts val="0"/>
              </a:spcAft>
              <a:buClr>
                <a:schemeClr val="dk1"/>
              </a:buClr>
              <a:buSzPts val="2000"/>
              <a:buFont typeface="Arial"/>
              <a:buChar char="•"/>
            </a:pPr>
            <a:r>
              <a:rPr b="0" i="0" lang="en" sz="2000" u="none" cap="none" strike="noStrike">
                <a:solidFill>
                  <a:schemeClr val="dk1"/>
                </a:solidFill>
                <a:latin typeface="Calibri"/>
                <a:ea typeface="Calibri"/>
                <a:cs typeface="Calibri"/>
                <a:sym typeface="Calibri"/>
              </a:rPr>
              <a:t>font-family </a:t>
            </a:r>
            <a:endParaRPr/>
          </a:p>
          <a:p>
            <a:pPr indent="-342900" lvl="1" marL="685800" marR="0" rtl="0" algn="just">
              <a:lnSpc>
                <a:spcPct val="100000"/>
              </a:lnSpc>
              <a:spcBef>
                <a:spcPts val="0"/>
              </a:spcBef>
              <a:spcAft>
                <a:spcPts val="0"/>
              </a:spcAft>
              <a:buClr>
                <a:schemeClr val="dk1"/>
              </a:buClr>
              <a:buSzPts val="2000"/>
              <a:buFont typeface="Arial"/>
              <a:buChar char="•"/>
            </a:pPr>
            <a:r>
              <a:rPr b="0" i="0" lang="en" sz="2000" u="none" cap="none" strike="noStrike">
                <a:solidFill>
                  <a:schemeClr val="dk1"/>
                </a:solidFill>
                <a:latin typeface="Calibri"/>
                <a:ea typeface="Calibri"/>
                <a:cs typeface="Calibri"/>
                <a:sym typeface="Calibri"/>
              </a:rPr>
              <a:t>font-size </a:t>
            </a:r>
            <a:endParaRPr/>
          </a:p>
          <a:p>
            <a:pPr indent="-342900" lvl="1" marL="685800" marR="0" rtl="0" algn="just">
              <a:lnSpc>
                <a:spcPct val="100000"/>
              </a:lnSpc>
              <a:spcBef>
                <a:spcPts val="0"/>
              </a:spcBef>
              <a:spcAft>
                <a:spcPts val="0"/>
              </a:spcAft>
              <a:buClr>
                <a:schemeClr val="dk1"/>
              </a:buClr>
              <a:buSzPts val="2000"/>
              <a:buFont typeface="Arial"/>
              <a:buChar char="•"/>
            </a:pPr>
            <a:r>
              <a:rPr b="0" i="0" lang="en" sz="2000" u="none" cap="none" strike="noStrike">
                <a:solidFill>
                  <a:schemeClr val="dk1"/>
                </a:solidFill>
                <a:latin typeface="Calibri"/>
                <a:ea typeface="Calibri"/>
                <a:cs typeface="Calibri"/>
                <a:sym typeface="Calibri"/>
              </a:rPr>
              <a:t>font-weight </a:t>
            </a:r>
            <a:endParaRPr/>
          </a:p>
          <a:p>
            <a:pPr indent="-342900" lvl="1" marL="685800" marR="0" rtl="0" algn="just">
              <a:lnSpc>
                <a:spcPct val="100000"/>
              </a:lnSpc>
              <a:spcBef>
                <a:spcPts val="0"/>
              </a:spcBef>
              <a:spcAft>
                <a:spcPts val="0"/>
              </a:spcAft>
              <a:buClr>
                <a:schemeClr val="dk1"/>
              </a:buClr>
              <a:buSzPts val="2000"/>
              <a:buFont typeface="Arial"/>
              <a:buChar char="•"/>
            </a:pPr>
            <a:r>
              <a:rPr b="0" i="0" lang="en" sz="2000" u="none" cap="none" strike="noStrike">
                <a:solidFill>
                  <a:schemeClr val="dk1"/>
                </a:solidFill>
                <a:latin typeface="Calibri"/>
                <a:ea typeface="Calibri"/>
                <a:cs typeface="Calibri"/>
                <a:sym typeface="Calibri"/>
              </a:rPr>
              <a:t>line-height </a:t>
            </a:r>
            <a:endParaRPr/>
          </a:p>
          <a:p>
            <a:pPr indent="-342900" lvl="1" marL="685800" marR="0" rtl="0" algn="just">
              <a:lnSpc>
                <a:spcPct val="100000"/>
              </a:lnSpc>
              <a:spcBef>
                <a:spcPts val="0"/>
              </a:spcBef>
              <a:spcAft>
                <a:spcPts val="0"/>
              </a:spcAft>
              <a:buClr>
                <a:schemeClr val="dk1"/>
              </a:buClr>
              <a:buSzPts val="2000"/>
              <a:buFont typeface="Arial"/>
              <a:buChar char="•"/>
            </a:pPr>
            <a:r>
              <a:rPr b="0" i="0" lang="en" sz="2000" u="none" cap="none" strike="noStrike">
                <a:solidFill>
                  <a:schemeClr val="dk1"/>
                </a:solidFill>
                <a:latin typeface="Calibri"/>
                <a:ea typeface="Calibri"/>
                <a:cs typeface="Calibri"/>
                <a:sym typeface="Calibri"/>
              </a:rPr>
              <a:t>text-align  </a:t>
            </a:r>
            <a:endParaRPr/>
          </a:p>
          <a:p>
            <a:pPr indent="-342900" lvl="1" marL="685800" marR="0" rtl="0" algn="just">
              <a:lnSpc>
                <a:spcPct val="100000"/>
              </a:lnSpc>
              <a:spcBef>
                <a:spcPts val="0"/>
              </a:spcBef>
              <a:spcAft>
                <a:spcPts val="0"/>
              </a:spcAft>
              <a:buClr>
                <a:schemeClr val="dk1"/>
              </a:buClr>
              <a:buSzPts val="2000"/>
              <a:buFont typeface="Arial"/>
              <a:buChar char="•"/>
            </a:pPr>
            <a:r>
              <a:rPr b="0" i="0" lang="en" sz="2000" u="none" cap="none" strike="noStrike">
                <a:solidFill>
                  <a:schemeClr val="dk1"/>
                </a:solidFill>
                <a:latin typeface="Calibri"/>
                <a:ea typeface="Calibri"/>
                <a:cs typeface="Calibri"/>
                <a:sym typeface="Calibri"/>
              </a:rPr>
              <a:t>text-transform </a:t>
            </a:r>
            <a:endParaRPr/>
          </a:p>
          <a:p>
            <a:pPr indent="0" lvl="0" marL="914400" marR="0" rtl="0" algn="just">
              <a:lnSpc>
                <a:spcPct val="100000"/>
              </a:lnSpc>
              <a:spcBef>
                <a:spcPts val="0"/>
              </a:spcBef>
              <a:spcAft>
                <a:spcPts val="0"/>
              </a:spcAft>
              <a:buNone/>
            </a:pPr>
            <a:r>
              <a:t/>
            </a:r>
            <a:endParaRPr/>
          </a:p>
        </p:txBody>
      </p:sp>
    </p:spTree>
  </p:cSld>
  <p:clrMapOvr>
    <a:masterClrMapping/>
  </p:clrMapOvr>
  <p:transition spd="slow">
    <p:push/>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65"/>
          <p:cNvSpPr/>
          <p:nvPr/>
        </p:nvSpPr>
        <p:spPr>
          <a:xfrm flipH="1">
            <a:off x="593725" y="596900"/>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790" name="Google Shape;790;p65"/>
          <p:cNvSpPr/>
          <p:nvPr/>
        </p:nvSpPr>
        <p:spPr>
          <a:xfrm flipH="1" rot="10800000">
            <a:off x="3267075" y="-1069"/>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791" name="Google Shape;791;p65"/>
          <p:cNvGrpSpPr/>
          <p:nvPr/>
        </p:nvGrpSpPr>
        <p:grpSpPr>
          <a:xfrm>
            <a:off x="593725" y="223202"/>
            <a:ext cx="8550275" cy="361950"/>
            <a:chOff x="0" y="0"/>
            <a:chExt cx="8550524" cy="362139"/>
          </a:xfrm>
        </p:grpSpPr>
        <p:sp>
          <p:nvSpPr>
            <p:cNvPr id="792" name="Google Shape;792;p65"/>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793" name="Google Shape;793;p65"/>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794" name="Google Shape;794;p65"/>
          <p:cNvGrpSpPr/>
          <p:nvPr/>
        </p:nvGrpSpPr>
        <p:grpSpPr>
          <a:xfrm>
            <a:off x="0" y="569775"/>
            <a:ext cx="5067300" cy="539750"/>
            <a:chOff x="0" y="0"/>
            <a:chExt cx="3807075" cy="540000"/>
          </a:xfrm>
        </p:grpSpPr>
        <p:sp>
          <p:nvSpPr>
            <p:cNvPr id="795" name="Google Shape;795;p65"/>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Font-family</a:t>
              </a:r>
              <a:endParaRPr b="1" i="0" sz="1800" u="none">
                <a:solidFill>
                  <a:srgbClr val="FFFFFF"/>
                </a:solidFill>
                <a:latin typeface="Calibri"/>
                <a:ea typeface="Calibri"/>
                <a:cs typeface="Calibri"/>
                <a:sym typeface="Calibri"/>
              </a:endParaRPr>
            </a:p>
          </p:txBody>
        </p:sp>
        <p:sp>
          <p:nvSpPr>
            <p:cNvPr id="796" name="Google Shape;796;p65"/>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797" name="Google Shape;797;p65"/>
          <p:cNvSpPr/>
          <p:nvPr/>
        </p:nvSpPr>
        <p:spPr>
          <a:xfrm>
            <a:off x="1297305" y="1397000"/>
            <a:ext cx="7020785" cy="1415772"/>
          </a:xfrm>
          <a:prstGeom prst="rect">
            <a:avLst/>
          </a:prstGeom>
          <a:noFill/>
          <a:ln>
            <a:noFill/>
          </a:ln>
        </p:spPr>
        <p:txBody>
          <a:bodyPr anchorCtr="0" anchor="t" bIns="45700" lIns="91425" spcFirstLastPara="1" rIns="91425" wrap="square" tIns="45700">
            <a:noAutofit/>
          </a:bodyPr>
          <a:lstStyle/>
          <a:p>
            <a:pPr indent="-285750" lvl="0" marL="285750" marR="0" rtl="0" algn="just">
              <a:lnSpc>
                <a:spcPct val="100000"/>
              </a:lnSpc>
              <a:spcBef>
                <a:spcPts val="0"/>
              </a:spcBef>
              <a:spcAft>
                <a:spcPts val="0"/>
              </a:spcAft>
              <a:buClr>
                <a:schemeClr val="dk1"/>
              </a:buClr>
              <a:buSzPts val="1800"/>
              <a:buFont typeface="Arial"/>
              <a:buChar char="•"/>
            </a:pPr>
            <a:r>
              <a:rPr b="0" i="0" lang="en" sz="1800" u="none">
                <a:solidFill>
                  <a:schemeClr val="dk1"/>
                </a:solidFill>
                <a:latin typeface="Arial"/>
                <a:ea typeface="Arial"/>
                <a:cs typeface="Arial"/>
                <a:sym typeface="Arial"/>
              </a:rPr>
              <a:t>Several values can be written so that if the font type at value 1 is not supported by the browser used, then there are alternatives at value 2, value 3, and so on.</a:t>
            </a:r>
            <a:endParaRPr/>
          </a:p>
          <a:p>
            <a:pPr indent="-171450" lvl="0" marL="285750" marR="0" rtl="0" algn="just">
              <a:lnSpc>
                <a:spcPct val="100000"/>
              </a:lnSpc>
              <a:spcBef>
                <a:spcPts val="0"/>
              </a:spcBef>
              <a:spcAft>
                <a:spcPts val="0"/>
              </a:spcAft>
              <a:buClr>
                <a:schemeClr val="dk1"/>
              </a:buClr>
              <a:buSzPts val="1800"/>
              <a:buFont typeface="Arial"/>
              <a:buNone/>
            </a:pPr>
            <a:r>
              <a:t/>
            </a:r>
            <a:endParaRPr b="0" i="0" sz="1800" u="none">
              <a:solidFill>
                <a:schemeClr val="dk1"/>
              </a:solidFill>
              <a:latin typeface="Arial"/>
              <a:ea typeface="Arial"/>
              <a:cs typeface="Arial"/>
              <a:sym typeface="Arial"/>
            </a:endParaRPr>
          </a:p>
          <a:p>
            <a:pPr indent="-196850" lvl="0" marL="285750" marR="0" rtl="0" algn="just">
              <a:lnSpc>
                <a:spcPct val="100000"/>
              </a:lnSpc>
              <a:spcBef>
                <a:spcPts val="0"/>
              </a:spcBef>
              <a:spcAft>
                <a:spcPts val="0"/>
              </a:spcAft>
              <a:buClr>
                <a:schemeClr val="dk1"/>
              </a:buClr>
              <a:buSzPts val="1400"/>
              <a:buFont typeface="Arial"/>
              <a:buNone/>
            </a:pPr>
            <a:r>
              <a:t/>
            </a:r>
            <a:endParaRPr b="0" i="0" sz="1400" u="none">
              <a:solidFill>
                <a:schemeClr val="dk1"/>
              </a:solidFill>
              <a:latin typeface="Arial"/>
              <a:ea typeface="Arial"/>
              <a:cs typeface="Arial"/>
              <a:sym typeface="Arial"/>
            </a:endParaRPr>
          </a:p>
        </p:txBody>
      </p:sp>
      <p:pic>
        <p:nvPicPr>
          <p:cNvPr id="798" name="Google Shape;798;p65"/>
          <p:cNvPicPr preferRelativeResize="0"/>
          <p:nvPr/>
        </p:nvPicPr>
        <p:blipFill rotWithShape="1">
          <a:blip r:embed="rId3">
            <a:alphaModFix/>
          </a:blip>
          <a:srcRect b="0" l="0" r="0" t="0"/>
          <a:stretch/>
        </p:blipFill>
        <p:spPr>
          <a:xfrm>
            <a:off x="1547813" y="2962540"/>
            <a:ext cx="6344535" cy="1324160"/>
          </a:xfrm>
          <a:prstGeom prst="rect">
            <a:avLst/>
          </a:prstGeom>
          <a:noFill/>
          <a:ln>
            <a:noFill/>
          </a:ln>
        </p:spPr>
      </p:pic>
    </p:spTree>
  </p:cSld>
  <p:clrMapOvr>
    <a:masterClrMapping/>
  </p:clrMapOvr>
  <p:transition spd="slow">
    <p:push/>
  </p:transition>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66"/>
          <p:cNvSpPr/>
          <p:nvPr/>
        </p:nvSpPr>
        <p:spPr>
          <a:xfrm flipH="1">
            <a:off x="593725" y="596900"/>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804" name="Google Shape;804;p66"/>
          <p:cNvSpPr/>
          <p:nvPr/>
        </p:nvSpPr>
        <p:spPr>
          <a:xfrm flipH="1" rot="10800000">
            <a:off x="3267075" y="-1069"/>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805" name="Google Shape;805;p66"/>
          <p:cNvGrpSpPr/>
          <p:nvPr/>
        </p:nvGrpSpPr>
        <p:grpSpPr>
          <a:xfrm>
            <a:off x="593725" y="223202"/>
            <a:ext cx="8550275" cy="361950"/>
            <a:chOff x="0" y="0"/>
            <a:chExt cx="8550524" cy="362139"/>
          </a:xfrm>
        </p:grpSpPr>
        <p:sp>
          <p:nvSpPr>
            <p:cNvPr id="806" name="Google Shape;806;p66"/>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807" name="Google Shape;807;p66"/>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808" name="Google Shape;808;p66"/>
          <p:cNvGrpSpPr/>
          <p:nvPr/>
        </p:nvGrpSpPr>
        <p:grpSpPr>
          <a:xfrm>
            <a:off x="0" y="569775"/>
            <a:ext cx="5067300" cy="539750"/>
            <a:chOff x="0" y="0"/>
            <a:chExt cx="3807075" cy="540000"/>
          </a:xfrm>
        </p:grpSpPr>
        <p:sp>
          <p:nvSpPr>
            <p:cNvPr id="809" name="Google Shape;809;p66"/>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Font Size</a:t>
              </a:r>
              <a:endParaRPr b="1" i="0" sz="1800" u="none">
                <a:solidFill>
                  <a:srgbClr val="FFFFFF"/>
                </a:solidFill>
                <a:latin typeface="Calibri"/>
                <a:ea typeface="Calibri"/>
                <a:cs typeface="Calibri"/>
                <a:sym typeface="Calibri"/>
              </a:endParaRPr>
            </a:p>
          </p:txBody>
        </p:sp>
        <p:sp>
          <p:nvSpPr>
            <p:cNvPr id="810" name="Google Shape;810;p66"/>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811" name="Google Shape;811;p66"/>
          <p:cNvSpPr/>
          <p:nvPr/>
        </p:nvSpPr>
        <p:spPr>
          <a:xfrm>
            <a:off x="1297305" y="1397000"/>
            <a:ext cx="7020785" cy="707886"/>
          </a:xfrm>
          <a:prstGeom prst="rect">
            <a:avLst/>
          </a:prstGeom>
          <a:noFill/>
          <a:ln>
            <a:noFill/>
          </a:ln>
        </p:spPr>
        <p:txBody>
          <a:bodyPr anchorCtr="0" anchor="t" bIns="45700" lIns="91425" spcFirstLastPara="1" rIns="91425" wrap="square" tIns="45700">
            <a:noAutofit/>
          </a:bodyPr>
          <a:lstStyle/>
          <a:p>
            <a:pPr indent="-285750" lvl="0" marL="285750" marR="0" rtl="0" algn="just">
              <a:lnSpc>
                <a:spcPct val="100000"/>
              </a:lnSpc>
              <a:spcBef>
                <a:spcPts val="0"/>
              </a:spcBef>
              <a:spcAft>
                <a:spcPts val="0"/>
              </a:spcAft>
              <a:buClr>
                <a:schemeClr val="dk1"/>
              </a:buClr>
              <a:buSzPts val="2000"/>
              <a:buFont typeface="Arial"/>
              <a:buChar char="•"/>
            </a:pPr>
            <a:r>
              <a:rPr b="0" i="0" lang="en" sz="2000" u="none">
                <a:solidFill>
                  <a:schemeClr val="dk1"/>
                </a:solidFill>
                <a:latin typeface="Arial"/>
                <a:ea typeface="Arial"/>
                <a:cs typeface="Arial"/>
                <a:sym typeface="Arial"/>
              </a:rPr>
              <a:t>We can define font size units with em, rem, px, mm, percentage, and so on.</a:t>
            </a:r>
            <a:endParaRPr b="0" i="0" sz="1200" u="none">
              <a:solidFill>
                <a:schemeClr val="dk1"/>
              </a:solidFill>
              <a:latin typeface="Arial"/>
              <a:ea typeface="Arial"/>
              <a:cs typeface="Arial"/>
              <a:sym typeface="Arial"/>
            </a:endParaRPr>
          </a:p>
        </p:txBody>
      </p:sp>
      <p:pic>
        <p:nvPicPr>
          <p:cNvPr id="812" name="Google Shape;812;p66"/>
          <p:cNvPicPr preferRelativeResize="0"/>
          <p:nvPr/>
        </p:nvPicPr>
        <p:blipFill rotWithShape="1">
          <a:blip r:embed="rId3">
            <a:alphaModFix/>
          </a:blip>
          <a:srcRect b="0" l="0" r="0" t="0"/>
          <a:stretch/>
        </p:blipFill>
        <p:spPr>
          <a:xfrm>
            <a:off x="1678265" y="2305087"/>
            <a:ext cx="4096322" cy="1467055"/>
          </a:xfrm>
          <a:prstGeom prst="rect">
            <a:avLst/>
          </a:prstGeom>
          <a:noFill/>
          <a:ln>
            <a:noFill/>
          </a:ln>
        </p:spPr>
      </p:pic>
    </p:spTree>
  </p:cSld>
  <p:clrMapOvr>
    <a:masterClrMapping/>
  </p:clrMapOvr>
  <p:transition spd="slow">
    <p:push/>
  </p:transition>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67"/>
          <p:cNvSpPr/>
          <p:nvPr/>
        </p:nvSpPr>
        <p:spPr>
          <a:xfrm flipH="1">
            <a:off x="593725" y="596900"/>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818" name="Google Shape;818;p67"/>
          <p:cNvSpPr/>
          <p:nvPr/>
        </p:nvSpPr>
        <p:spPr>
          <a:xfrm flipH="1" rot="10800000">
            <a:off x="3267075" y="-1069"/>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819" name="Google Shape;819;p67"/>
          <p:cNvGrpSpPr/>
          <p:nvPr/>
        </p:nvGrpSpPr>
        <p:grpSpPr>
          <a:xfrm>
            <a:off x="593725" y="223202"/>
            <a:ext cx="8550524" cy="361958"/>
            <a:chOff x="0" y="0"/>
            <a:chExt cx="8550524" cy="362139"/>
          </a:xfrm>
        </p:grpSpPr>
        <p:sp>
          <p:nvSpPr>
            <p:cNvPr id="820" name="Google Shape;820;p67"/>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821" name="Google Shape;821;p67"/>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822" name="Google Shape;822;p67"/>
          <p:cNvGrpSpPr/>
          <p:nvPr/>
        </p:nvGrpSpPr>
        <p:grpSpPr>
          <a:xfrm>
            <a:off x="0" y="569775"/>
            <a:ext cx="5067300" cy="539750"/>
            <a:chOff x="0" y="0"/>
            <a:chExt cx="3807075" cy="540000"/>
          </a:xfrm>
        </p:grpSpPr>
        <p:sp>
          <p:nvSpPr>
            <p:cNvPr id="823" name="Google Shape;823;p67"/>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Font weight</a:t>
              </a:r>
              <a:endParaRPr b="1" i="0" sz="1800" u="none">
                <a:solidFill>
                  <a:srgbClr val="FFFFFF"/>
                </a:solidFill>
                <a:latin typeface="Calibri"/>
                <a:ea typeface="Calibri"/>
                <a:cs typeface="Calibri"/>
                <a:sym typeface="Calibri"/>
              </a:endParaRPr>
            </a:p>
          </p:txBody>
        </p:sp>
        <p:sp>
          <p:nvSpPr>
            <p:cNvPr id="824" name="Google Shape;824;p67"/>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825" name="Google Shape;825;p67"/>
          <p:cNvSpPr/>
          <p:nvPr/>
        </p:nvSpPr>
        <p:spPr>
          <a:xfrm>
            <a:off x="1297305" y="1397000"/>
            <a:ext cx="7020785" cy="1015663"/>
          </a:xfrm>
          <a:prstGeom prst="rect">
            <a:avLst/>
          </a:prstGeom>
          <a:noFill/>
          <a:ln>
            <a:noFill/>
          </a:ln>
        </p:spPr>
        <p:txBody>
          <a:bodyPr anchorCtr="0" anchor="t" bIns="45700" lIns="91425" spcFirstLastPara="1" rIns="91425" wrap="square" tIns="45700">
            <a:noAutofit/>
          </a:bodyPr>
          <a:lstStyle/>
          <a:p>
            <a:pPr indent="-285750" lvl="0" marL="285750" marR="0" rtl="0" algn="just">
              <a:lnSpc>
                <a:spcPct val="100000"/>
              </a:lnSpc>
              <a:spcBef>
                <a:spcPts val="0"/>
              </a:spcBef>
              <a:spcAft>
                <a:spcPts val="0"/>
              </a:spcAft>
              <a:buClr>
                <a:schemeClr val="dk1"/>
              </a:buClr>
              <a:buSzPts val="2000"/>
              <a:buFont typeface="Arial"/>
              <a:buChar char="•"/>
            </a:pPr>
            <a:r>
              <a:rPr b="0" i="0" lang="en" sz="2000" u="none">
                <a:solidFill>
                  <a:schemeClr val="dk1"/>
                </a:solidFill>
                <a:latin typeface="Arial"/>
                <a:ea typeface="Arial"/>
                <a:cs typeface="Arial"/>
                <a:sym typeface="Arial"/>
              </a:rPr>
              <a:t>The size of the font weight is determined by the numbers 100 to 900. However, the thickness of the text can also be specified by 'normal', 'bold', 'bolder' and 'lighter'.</a:t>
            </a:r>
            <a:endParaRPr b="0" i="0" sz="2000" u="none">
              <a:solidFill>
                <a:schemeClr val="dk1"/>
              </a:solidFill>
              <a:latin typeface="Arial"/>
              <a:ea typeface="Arial"/>
              <a:cs typeface="Arial"/>
              <a:sym typeface="Arial"/>
            </a:endParaRPr>
          </a:p>
        </p:txBody>
      </p:sp>
      <p:pic>
        <p:nvPicPr>
          <p:cNvPr id="826" name="Google Shape;826;p67"/>
          <p:cNvPicPr preferRelativeResize="0"/>
          <p:nvPr/>
        </p:nvPicPr>
        <p:blipFill rotWithShape="1">
          <a:blip r:embed="rId3">
            <a:alphaModFix/>
          </a:blip>
          <a:srcRect b="0" l="0" r="0" t="0"/>
          <a:stretch/>
        </p:blipFill>
        <p:spPr>
          <a:xfrm>
            <a:off x="1706269" y="2700137"/>
            <a:ext cx="4201111" cy="1438476"/>
          </a:xfrm>
          <a:prstGeom prst="rect">
            <a:avLst/>
          </a:prstGeom>
          <a:noFill/>
          <a:ln>
            <a:noFill/>
          </a:ln>
        </p:spPr>
      </p:pic>
    </p:spTree>
  </p:cSld>
  <p:clrMapOvr>
    <a:masterClrMapping/>
  </p:clrMapOvr>
  <p:transition spd="slow">
    <p:push/>
  </p:transition>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p68"/>
          <p:cNvSpPr/>
          <p:nvPr/>
        </p:nvSpPr>
        <p:spPr>
          <a:xfrm flipH="1">
            <a:off x="593725" y="596900"/>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832" name="Google Shape;832;p68"/>
          <p:cNvSpPr/>
          <p:nvPr/>
        </p:nvSpPr>
        <p:spPr>
          <a:xfrm flipH="1" rot="10800000">
            <a:off x="3267075" y="-1069"/>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833" name="Google Shape;833;p68"/>
          <p:cNvGrpSpPr/>
          <p:nvPr/>
        </p:nvGrpSpPr>
        <p:grpSpPr>
          <a:xfrm>
            <a:off x="593725" y="223202"/>
            <a:ext cx="8550275" cy="361950"/>
            <a:chOff x="0" y="0"/>
            <a:chExt cx="8550524" cy="362139"/>
          </a:xfrm>
        </p:grpSpPr>
        <p:sp>
          <p:nvSpPr>
            <p:cNvPr id="834" name="Google Shape;834;p68"/>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835" name="Google Shape;835;p68"/>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836" name="Google Shape;836;p68"/>
          <p:cNvGrpSpPr/>
          <p:nvPr/>
        </p:nvGrpSpPr>
        <p:grpSpPr>
          <a:xfrm>
            <a:off x="0" y="569775"/>
            <a:ext cx="5067300" cy="539750"/>
            <a:chOff x="0" y="0"/>
            <a:chExt cx="3807075" cy="540000"/>
          </a:xfrm>
        </p:grpSpPr>
        <p:sp>
          <p:nvSpPr>
            <p:cNvPr id="837" name="Google Shape;837;p68"/>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Shorthand</a:t>
              </a:r>
              <a:endParaRPr b="1" i="0" sz="1800" u="none">
                <a:solidFill>
                  <a:srgbClr val="FFFFFF"/>
                </a:solidFill>
                <a:latin typeface="Calibri"/>
                <a:ea typeface="Calibri"/>
                <a:cs typeface="Calibri"/>
                <a:sym typeface="Calibri"/>
              </a:endParaRPr>
            </a:p>
          </p:txBody>
        </p:sp>
        <p:sp>
          <p:nvSpPr>
            <p:cNvPr id="838" name="Google Shape;838;p68"/>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839" name="Google Shape;839;p68"/>
          <p:cNvSpPr/>
          <p:nvPr/>
        </p:nvSpPr>
        <p:spPr>
          <a:xfrm>
            <a:off x="1297305" y="1397000"/>
            <a:ext cx="7020785" cy="1015663"/>
          </a:xfrm>
          <a:prstGeom prst="rect">
            <a:avLst/>
          </a:prstGeom>
          <a:noFill/>
          <a:ln>
            <a:noFill/>
          </a:ln>
        </p:spPr>
        <p:txBody>
          <a:bodyPr anchorCtr="0" anchor="t" bIns="45700" lIns="91425" spcFirstLastPara="1" rIns="91425" wrap="square" tIns="45700">
            <a:noAutofit/>
          </a:bodyPr>
          <a:lstStyle/>
          <a:p>
            <a:pPr indent="-285750" lvl="0" marL="285750" marR="0" rtl="0" algn="just">
              <a:lnSpc>
                <a:spcPct val="100000"/>
              </a:lnSpc>
              <a:spcBef>
                <a:spcPts val="0"/>
              </a:spcBef>
              <a:spcAft>
                <a:spcPts val="0"/>
              </a:spcAft>
              <a:buClr>
                <a:schemeClr val="dk1"/>
              </a:buClr>
              <a:buSzPts val="2000"/>
              <a:buFont typeface="Arial"/>
              <a:buChar char="•"/>
            </a:pPr>
            <a:r>
              <a:rPr b="0" i="0" lang="en" sz="2000" u="none">
                <a:solidFill>
                  <a:schemeClr val="dk1"/>
                </a:solidFill>
                <a:latin typeface="Arial"/>
                <a:ea typeface="Arial"/>
                <a:cs typeface="Arial"/>
                <a:sym typeface="Arial"/>
              </a:rPr>
              <a:t>Shorthand of font-style, font-weight, font-variant, font-size and font-family, so that the writing of these properties can be shortened by using only one property.</a:t>
            </a:r>
            <a:endParaRPr b="0" i="0" sz="2000" u="none">
              <a:solidFill>
                <a:schemeClr val="dk1"/>
              </a:solidFill>
              <a:latin typeface="Arial"/>
              <a:ea typeface="Arial"/>
              <a:cs typeface="Arial"/>
              <a:sym typeface="Arial"/>
            </a:endParaRPr>
          </a:p>
        </p:txBody>
      </p:sp>
      <p:pic>
        <p:nvPicPr>
          <p:cNvPr id="840" name="Google Shape;840;p68"/>
          <p:cNvPicPr preferRelativeResize="0"/>
          <p:nvPr/>
        </p:nvPicPr>
        <p:blipFill rotWithShape="1">
          <a:blip r:embed="rId3">
            <a:alphaModFix/>
          </a:blip>
          <a:srcRect b="0" l="0" r="0" t="0"/>
          <a:stretch/>
        </p:blipFill>
        <p:spPr>
          <a:xfrm>
            <a:off x="1711955" y="2730838"/>
            <a:ext cx="4148071" cy="1746556"/>
          </a:xfrm>
          <a:prstGeom prst="rect">
            <a:avLst/>
          </a:prstGeom>
          <a:noFill/>
          <a:ln>
            <a:noFill/>
          </a:ln>
        </p:spPr>
      </p:pic>
    </p:spTree>
  </p:cSld>
  <p:clrMapOvr>
    <a:masterClrMapping/>
  </p:clrMapOvr>
  <p:transition spd="slow">
    <p:push/>
  </p:transition>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69"/>
          <p:cNvSpPr/>
          <p:nvPr/>
        </p:nvSpPr>
        <p:spPr>
          <a:xfrm flipH="1">
            <a:off x="593725" y="596900"/>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846" name="Google Shape;846;p69"/>
          <p:cNvSpPr/>
          <p:nvPr/>
        </p:nvSpPr>
        <p:spPr>
          <a:xfrm flipH="1" rot="10800000">
            <a:off x="3267075" y="-1069"/>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847" name="Google Shape;847;p69"/>
          <p:cNvGrpSpPr/>
          <p:nvPr/>
        </p:nvGrpSpPr>
        <p:grpSpPr>
          <a:xfrm>
            <a:off x="593725" y="223202"/>
            <a:ext cx="8550275" cy="361950"/>
            <a:chOff x="0" y="0"/>
            <a:chExt cx="8550524" cy="362139"/>
          </a:xfrm>
        </p:grpSpPr>
        <p:sp>
          <p:nvSpPr>
            <p:cNvPr id="848" name="Google Shape;848;p69"/>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849" name="Google Shape;849;p69"/>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850" name="Google Shape;850;p69"/>
          <p:cNvGrpSpPr/>
          <p:nvPr/>
        </p:nvGrpSpPr>
        <p:grpSpPr>
          <a:xfrm>
            <a:off x="0" y="569775"/>
            <a:ext cx="5067300" cy="539750"/>
            <a:chOff x="0" y="0"/>
            <a:chExt cx="3807075" cy="540000"/>
          </a:xfrm>
        </p:grpSpPr>
        <p:sp>
          <p:nvSpPr>
            <p:cNvPr id="851" name="Google Shape;851;p69"/>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Text</a:t>
              </a:r>
              <a:endParaRPr b="1" i="0" sz="1800" u="none">
                <a:solidFill>
                  <a:srgbClr val="FFFFFF"/>
                </a:solidFill>
                <a:latin typeface="Calibri"/>
                <a:ea typeface="Calibri"/>
                <a:cs typeface="Calibri"/>
                <a:sym typeface="Calibri"/>
              </a:endParaRPr>
            </a:p>
          </p:txBody>
        </p:sp>
        <p:sp>
          <p:nvSpPr>
            <p:cNvPr id="852" name="Google Shape;852;p69"/>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853" name="Google Shape;853;p69"/>
          <p:cNvSpPr/>
          <p:nvPr/>
        </p:nvSpPr>
        <p:spPr>
          <a:xfrm>
            <a:off x="1297305" y="1397000"/>
            <a:ext cx="7846695" cy="511487"/>
          </a:xfrm>
          <a:prstGeom prst="rect">
            <a:avLst/>
          </a:prstGeom>
          <a:noFill/>
          <a:ln>
            <a:noFill/>
          </a:ln>
        </p:spPr>
        <p:txBody>
          <a:bodyPr anchorCtr="0" anchor="t" bIns="45700" lIns="91425" spcFirstLastPara="1" rIns="91425" wrap="square" tIns="45700">
            <a:noAutofit/>
          </a:bodyPr>
          <a:lstStyle/>
          <a:p>
            <a:pPr indent="-285750" lvl="0" marL="285750" marR="0" rtl="0" algn="just">
              <a:lnSpc>
                <a:spcPct val="20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We can customize everything related to the text.</a:t>
            </a:r>
            <a:endParaRPr/>
          </a:p>
        </p:txBody>
      </p:sp>
      <p:graphicFrame>
        <p:nvGraphicFramePr>
          <p:cNvPr id="854" name="Google Shape;854;p69"/>
          <p:cNvGraphicFramePr/>
          <p:nvPr/>
        </p:nvGraphicFramePr>
        <p:xfrm>
          <a:off x="1547812" y="2073275"/>
          <a:ext cx="3000000" cy="3000000"/>
        </p:xfrm>
        <a:graphic>
          <a:graphicData uri="http://schemas.openxmlformats.org/drawingml/2006/table">
            <a:tbl>
              <a:tblPr bandRow="1" firstRow="1">
                <a:noFill/>
                <a:tableStyleId>{F68BABD0-5116-4F82-84BD-8CF0208E2C9A}</a:tableStyleId>
              </a:tblPr>
              <a:tblGrid>
                <a:gridCol w="2001725"/>
                <a:gridCol w="4232375"/>
              </a:tblGrid>
              <a:tr h="472025">
                <a:tc>
                  <a:txBody>
                    <a:bodyPr/>
                    <a:lstStyle/>
                    <a:p>
                      <a:pPr indent="0" lvl="0" marL="0" marR="0" rtl="0" algn="l">
                        <a:spcBef>
                          <a:spcPts val="0"/>
                        </a:spcBef>
                        <a:spcAft>
                          <a:spcPts val="0"/>
                        </a:spcAft>
                        <a:buNone/>
                      </a:pPr>
                      <a:r>
                        <a:rPr lang="en" sz="1600" u="none" cap="none" strike="noStrike">
                          <a:latin typeface="Arial"/>
                          <a:ea typeface="Arial"/>
                          <a:cs typeface="Arial"/>
                          <a:sym typeface="Arial"/>
                        </a:rPr>
                        <a:t>Property</a:t>
                      </a:r>
                      <a:endParaRPr/>
                    </a:p>
                  </a:txBody>
                  <a:tcPr marT="45725" marB="45725" marR="91450" marL="91450"/>
                </a:tc>
                <a:tc>
                  <a:txBody>
                    <a:bodyPr/>
                    <a:lstStyle/>
                    <a:p>
                      <a:pPr indent="0" lvl="0" marL="0" marR="0" rtl="0" algn="l">
                        <a:spcBef>
                          <a:spcPts val="0"/>
                        </a:spcBef>
                        <a:spcAft>
                          <a:spcPts val="0"/>
                        </a:spcAft>
                        <a:buNone/>
                      </a:pPr>
                      <a:r>
                        <a:rPr lang="en" sz="1600">
                          <a:latin typeface="Arial"/>
                          <a:ea typeface="Arial"/>
                          <a:cs typeface="Arial"/>
                          <a:sym typeface="Arial"/>
                        </a:rPr>
                        <a:t>Use</a:t>
                      </a:r>
                      <a:endParaRPr/>
                    </a:p>
                  </a:txBody>
                  <a:tcPr marT="45725" marB="45725" marR="91450" marL="91450"/>
                </a:tc>
              </a:tr>
              <a:tr h="472025">
                <a:tc>
                  <a:txBody>
                    <a:bodyPr/>
                    <a:lstStyle/>
                    <a:p>
                      <a:pPr indent="0" lvl="0" marL="0" marR="0" rtl="0" algn="l">
                        <a:spcBef>
                          <a:spcPts val="0"/>
                        </a:spcBef>
                        <a:spcAft>
                          <a:spcPts val="0"/>
                        </a:spcAft>
                        <a:buNone/>
                      </a:pPr>
                      <a:r>
                        <a:rPr b="1" lang="en" sz="1600">
                          <a:latin typeface="Arial"/>
                          <a:ea typeface="Arial"/>
                          <a:cs typeface="Arial"/>
                          <a:sym typeface="Arial"/>
                        </a:rPr>
                        <a:t>color</a:t>
                      </a:r>
                      <a:endParaRPr/>
                    </a:p>
                  </a:txBody>
                  <a:tcPr marT="45725" marB="45725" marR="91450" marL="91450"/>
                </a:tc>
                <a:tc>
                  <a:txBody>
                    <a:bodyPr/>
                    <a:lstStyle/>
                    <a:p>
                      <a:pPr indent="0" lvl="0" marL="0" marR="0" rtl="0" algn="l">
                        <a:spcBef>
                          <a:spcPts val="0"/>
                        </a:spcBef>
                        <a:spcAft>
                          <a:spcPts val="0"/>
                        </a:spcAft>
                        <a:buNone/>
                      </a:pPr>
                      <a:r>
                        <a:rPr lang="en" sz="1600">
                          <a:latin typeface="Arial"/>
                          <a:ea typeface="Arial"/>
                          <a:cs typeface="Arial"/>
                          <a:sym typeface="Arial"/>
                        </a:rPr>
                        <a:t>change</a:t>
                      </a:r>
                      <a:r>
                        <a:rPr lang="en" sz="1600">
                          <a:latin typeface="Arial"/>
                          <a:ea typeface="Arial"/>
                          <a:cs typeface="Arial"/>
                          <a:sym typeface="Arial"/>
                        </a:rPr>
                        <a:t> color of text</a:t>
                      </a:r>
                      <a:endParaRPr sz="1600">
                        <a:latin typeface="Arial"/>
                        <a:ea typeface="Arial"/>
                        <a:cs typeface="Arial"/>
                        <a:sym typeface="Arial"/>
                      </a:endParaRPr>
                    </a:p>
                  </a:txBody>
                  <a:tcPr marT="45725" marB="45725" marR="91450" marL="91450"/>
                </a:tc>
              </a:tr>
              <a:tr h="472025">
                <a:tc>
                  <a:txBody>
                    <a:bodyPr/>
                    <a:lstStyle/>
                    <a:p>
                      <a:pPr indent="0" lvl="0" marL="0" marR="0" rtl="0" algn="l">
                        <a:spcBef>
                          <a:spcPts val="0"/>
                        </a:spcBef>
                        <a:spcAft>
                          <a:spcPts val="0"/>
                        </a:spcAft>
                        <a:buNone/>
                      </a:pPr>
                      <a:r>
                        <a:rPr b="1" lang="en" sz="1600">
                          <a:latin typeface="Arial"/>
                          <a:ea typeface="Arial"/>
                          <a:cs typeface="Arial"/>
                          <a:sym typeface="Arial"/>
                        </a:rPr>
                        <a:t>letter</a:t>
                      </a:r>
                      <a:r>
                        <a:rPr b="1" lang="en" sz="1600">
                          <a:latin typeface="Arial"/>
                          <a:ea typeface="Arial"/>
                          <a:cs typeface="Arial"/>
                          <a:sym typeface="Arial"/>
                        </a:rPr>
                        <a:t>-spacing</a:t>
                      </a:r>
                      <a:endParaRPr b="1" sz="16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 sz="1600">
                          <a:latin typeface="Arial"/>
                          <a:ea typeface="Arial"/>
                          <a:cs typeface="Arial"/>
                          <a:sym typeface="Arial"/>
                        </a:rPr>
                        <a:t>change</a:t>
                      </a:r>
                      <a:r>
                        <a:rPr lang="en" sz="1600">
                          <a:latin typeface="Arial"/>
                          <a:ea typeface="Arial"/>
                          <a:cs typeface="Arial"/>
                          <a:sym typeface="Arial"/>
                        </a:rPr>
                        <a:t> space between letters</a:t>
                      </a:r>
                      <a:endParaRPr sz="1600">
                        <a:latin typeface="Arial"/>
                        <a:ea typeface="Arial"/>
                        <a:cs typeface="Arial"/>
                        <a:sym typeface="Arial"/>
                      </a:endParaRPr>
                    </a:p>
                  </a:txBody>
                  <a:tcPr marT="45725" marB="45725" marR="91450" marL="91450"/>
                </a:tc>
              </a:tr>
              <a:tr h="472025">
                <a:tc>
                  <a:txBody>
                    <a:bodyPr/>
                    <a:lstStyle/>
                    <a:p>
                      <a:pPr indent="0" lvl="0" marL="0" marR="0" rtl="0" algn="l">
                        <a:spcBef>
                          <a:spcPts val="0"/>
                        </a:spcBef>
                        <a:spcAft>
                          <a:spcPts val="0"/>
                        </a:spcAft>
                        <a:buNone/>
                      </a:pPr>
                      <a:r>
                        <a:rPr b="1" lang="en" sz="1600">
                          <a:latin typeface="Arial"/>
                          <a:ea typeface="Arial"/>
                          <a:cs typeface="Arial"/>
                          <a:sym typeface="Arial"/>
                        </a:rPr>
                        <a:t>word-spacing</a:t>
                      </a:r>
                      <a:endParaRPr/>
                    </a:p>
                  </a:txBody>
                  <a:tcPr marT="45725" marB="45725" marR="91450" marL="91450"/>
                </a:tc>
                <a:tc>
                  <a:txBody>
                    <a:bodyPr/>
                    <a:lstStyle/>
                    <a:p>
                      <a:pPr indent="0" lvl="0" marL="0" marR="0" rtl="0" algn="l">
                        <a:spcBef>
                          <a:spcPts val="0"/>
                        </a:spcBef>
                        <a:spcAft>
                          <a:spcPts val="0"/>
                        </a:spcAft>
                        <a:buNone/>
                      </a:pPr>
                      <a:r>
                        <a:rPr lang="en" sz="1600">
                          <a:latin typeface="Arial"/>
                          <a:ea typeface="Arial"/>
                          <a:cs typeface="Arial"/>
                          <a:sym typeface="Arial"/>
                        </a:rPr>
                        <a:t>change</a:t>
                      </a:r>
                      <a:r>
                        <a:rPr lang="en" sz="1600">
                          <a:latin typeface="Arial"/>
                          <a:ea typeface="Arial"/>
                          <a:cs typeface="Arial"/>
                          <a:sym typeface="Arial"/>
                        </a:rPr>
                        <a:t> space between words</a:t>
                      </a:r>
                      <a:endParaRPr sz="1600">
                        <a:latin typeface="Arial"/>
                        <a:ea typeface="Arial"/>
                        <a:cs typeface="Arial"/>
                        <a:sym typeface="Arial"/>
                      </a:endParaRPr>
                    </a:p>
                  </a:txBody>
                  <a:tcPr marT="45725" marB="45725" marR="91450" marL="91450"/>
                </a:tc>
              </a:tr>
              <a:tr h="472025">
                <a:tc>
                  <a:txBody>
                    <a:bodyPr/>
                    <a:lstStyle/>
                    <a:p>
                      <a:pPr indent="0" lvl="0" marL="0" marR="0" rtl="0" algn="l">
                        <a:spcBef>
                          <a:spcPts val="0"/>
                        </a:spcBef>
                        <a:spcAft>
                          <a:spcPts val="0"/>
                        </a:spcAft>
                        <a:buNone/>
                      </a:pPr>
                      <a:r>
                        <a:rPr b="1" lang="en" sz="1600">
                          <a:latin typeface="Arial"/>
                          <a:ea typeface="Arial"/>
                          <a:cs typeface="Arial"/>
                          <a:sym typeface="Arial"/>
                        </a:rPr>
                        <a:t>text-align</a:t>
                      </a:r>
                      <a:endParaRPr/>
                    </a:p>
                  </a:txBody>
                  <a:tcPr marT="45725" marB="45725" marR="91450" marL="91450"/>
                </a:tc>
                <a:tc>
                  <a:txBody>
                    <a:bodyPr/>
                    <a:lstStyle/>
                    <a:p>
                      <a:pPr indent="0" lvl="0" marL="0" marR="0" rtl="0" algn="l">
                        <a:spcBef>
                          <a:spcPts val="0"/>
                        </a:spcBef>
                        <a:spcAft>
                          <a:spcPts val="0"/>
                        </a:spcAft>
                        <a:buNone/>
                      </a:pPr>
                      <a:r>
                        <a:rPr lang="en" sz="1600">
                          <a:latin typeface="Arial"/>
                          <a:ea typeface="Arial"/>
                          <a:cs typeface="Arial"/>
                          <a:sym typeface="Arial"/>
                        </a:rPr>
                        <a:t>Align text at a specific</a:t>
                      </a:r>
                      <a:r>
                        <a:rPr lang="en" sz="1600">
                          <a:latin typeface="Arial"/>
                          <a:ea typeface="Arial"/>
                          <a:cs typeface="Arial"/>
                          <a:sym typeface="Arial"/>
                        </a:rPr>
                        <a:t> position</a:t>
                      </a:r>
                      <a:endParaRPr sz="1600">
                        <a:latin typeface="Arial"/>
                        <a:ea typeface="Arial"/>
                        <a:cs typeface="Arial"/>
                        <a:sym typeface="Arial"/>
                      </a:endParaRPr>
                    </a:p>
                  </a:txBody>
                  <a:tcPr marT="45725" marB="45725" marR="91450" marL="91450"/>
                </a:tc>
              </a:tr>
              <a:tr h="472025">
                <a:tc>
                  <a:txBody>
                    <a:bodyPr/>
                    <a:lstStyle/>
                    <a:p>
                      <a:pPr indent="0" lvl="0" marL="0" marR="0" rtl="0" algn="l">
                        <a:spcBef>
                          <a:spcPts val="0"/>
                        </a:spcBef>
                        <a:spcAft>
                          <a:spcPts val="0"/>
                        </a:spcAft>
                        <a:buNone/>
                      </a:pPr>
                      <a:r>
                        <a:rPr b="1" lang="en" sz="1600">
                          <a:latin typeface="Arial"/>
                          <a:ea typeface="Arial"/>
                          <a:cs typeface="Arial"/>
                          <a:sym typeface="Arial"/>
                        </a:rPr>
                        <a:t>text-transform</a:t>
                      </a:r>
                      <a:endParaRPr/>
                    </a:p>
                  </a:txBody>
                  <a:tcPr marT="45725" marB="45725" marR="91450" marL="91450"/>
                </a:tc>
                <a:tc>
                  <a:txBody>
                    <a:bodyPr/>
                    <a:lstStyle/>
                    <a:p>
                      <a:pPr indent="0" lvl="0" marL="0" marR="0" rtl="0" algn="l">
                        <a:spcBef>
                          <a:spcPts val="0"/>
                        </a:spcBef>
                        <a:spcAft>
                          <a:spcPts val="0"/>
                        </a:spcAft>
                        <a:buNone/>
                      </a:pPr>
                      <a:r>
                        <a:rPr lang="en" sz="1600">
                          <a:latin typeface="Arial"/>
                          <a:ea typeface="Arial"/>
                          <a:cs typeface="Arial"/>
                          <a:sym typeface="Arial"/>
                        </a:rPr>
                        <a:t>For</a:t>
                      </a:r>
                      <a:r>
                        <a:rPr lang="en" sz="1600">
                          <a:latin typeface="Arial"/>
                          <a:ea typeface="Arial"/>
                          <a:cs typeface="Arial"/>
                          <a:sym typeface="Arial"/>
                        </a:rPr>
                        <a:t> upper or lower case.</a:t>
                      </a:r>
                      <a:endParaRPr sz="1600">
                        <a:latin typeface="Arial"/>
                        <a:ea typeface="Arial"/>
                        <a:cs typeface="Arial"/>
                        <a:sym typeface="Arial"/>
                      </a:endParaRPr>
                    </a:p>
                  </a:txBody>
                  <a:tcPr marT="45725" marB="45725" marR="91450" marL="91450"/>
                </a:tc>
              </a:tr>
            </a:tbl>
          </a:graphicData>
        </a:graphic>
      </p:graphicFrame>
    </p:spTree>
  </p:cSld>
  <p:clrMapOvr>
    <a:masterClrMapping/>
  </p:clrMapOvr>
  <p:transition spd="slow">
    <p:push/>
  </p:transition>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70"/>
          <p:cNvSpPr/>
          <p:nvPr/>
        </p:nvSpPr>
        <p:spPr>
          <a:xfrm flipH="1">
            <a:off x="593725" y="61220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860" name="Google Shape;860;p70"/>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861" name="Google Shape;861;p70"/>
          <p:cNvGrpSpPr/>
          <p:nvPr/>
        </p:nvGrpSpPr>
        <p:grpSpPr>
          <a:xfrm>
            <a:off x="593725" y="237958"/>
            <a:ext cx="8550275" cy="361950"/>
            <a:chOff x="0" y="0"/>
            <a:chExt cx="8550524" cy="362139"/>
          </a:xfrm>
        </p:grpSpPr>
        <p:sp>
          <p:nvSpPr>
            <p:cNvPr id="862" name="Google Shape;862;p70"/>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863" name="Google Shape;863;p70"/>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864" name="Google Shape;864;p70"/>
          <p:cNvGrpSpPr/>
          <p:nvPr/>
        </p:nvGrpSpPr>
        <p:grpSpPr>
          <a:xfrm>
            <a:off x="-31750" y="593074"/>
            <a:ext cx="5013325" cy="548371"/>
            <a:chOff x="171461" y="-8625"/>
            <a:chExt cx="3807076" cy="548625"/>
          </a:xfrm>
        </p:grpSpPr>
        <p:sp>
          <p:nvSpPr>
            <p:cNvPr id="865" name="Google Shape;865;p70"/>
            <p:cNvSpPr/>
            <p:nvPr/>
          </p:nvSpPr>
          <p:spPr>
            <a:xfrm flipH="1">
              <a:off x="171461"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Shapes</a:t>
              </a:r>
              <a:endParaRPr b="1" i="0" sz="1800" u="none">
                <a:solidFill>
                  <a:srgbClr val="FFFFFF"/>
                </a:solidFill>
                <a:latin typeface="Calibri"/>
                <a:ea typeface="Calibri"/>
                <a:cs typeface="Calibri"/>
                <a:sym typeface="Calibri"/>
              </a:endParaRPr>
            </a:p>
          </p:txBody>
        </p:sp>
        <p:sp>
          <p:nvSpPr>
            <p:cNvPr id="866" name="Google Shape;866;p70"/>
            <p:cNvSpPr/>
            <p:nvPr/>
          </p:nvSpPr>
          <p:spPr>
            <a:xfrm flipH="1" rot="10800000">
              <a:off x="3438536" y="-8625"/>
              <a:ext cx="540001"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867" name="Google Shape;867;p70"/>
          <p:cNvSpPr/>
          <p:nvPr/>
        </p:nvSpPr>
        <p:spPr>
          <a:xfrm>
            <a:off x="1297305" y="1275964"/>
            <a:ext cx="7846695" cy="1493229"/>
          </a:xfrm>
          <a:prstGeom prst="rect">
            <a:avLst/>
          </a:prstGeom>
          <a:noFill/>
          <a:ln>
            <a:noFill/>
          </a:ln>
        </p:spPr>
        <p:txBody>
          <a:bodyPr anchorCtr="0" anchor="t" bIns="45700" lIns="91425" spcFirstLastPara="1" rIns="91425" wrap="square" tIns="45700">
            <a:noAutofit/>
          </a:bodyPr>
          <a:lstStyle/>
          <a:p>
            <a:pPr indent="-285750" lvl="0" marL="285750" marR="0" rtl="0" algn="just">
              <a:lnSpc>
                <a:spcPct val="20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Components with unique shapes can attract attention so they can be used for important elements.</a:t>
            </a:r>
            <a:endParaRPr/>
          </a:p>
          <a:p>
            <a:pPr indent="-184150" lvl="0" marL="285750" marR="0" rtl="0" algn="just">
              <a:lnSpc>
                <a:spcPct val="20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p:txBody>
      </p:sp>
      <p:pic>
        <p:nvPicPr>
          <p:cNvPr id="868" name="Google Shape;868;p70"/>
          <p:cNvPicPr preferRelativeResize="0"/>
          <p:nvPr/>
        </p:nvPicPr>
        <p:blipFill rotWithShape="1">
          <a:blip r:embed="rId3">
            <a:alphaModFix/>
          </a:blip>
          <a:srcRect b="0" l="0" r="0" t="0"/>
          <a:stretch/>
        </p:blipFill>
        <p:spPr>
          <a:xfrm>
            <a:off x="1579563" y="2769193"/>
            <a:ext cx="3200847" cy="1486107"/>
          </a:xfrm>
          <a:prstGeom prst="rect">
            <a:avLst/>
          </a:prstGeom>
          <a:noFill/>
          <a:ln>
            <a:noFill/>
          </a:ln>
        </p:spPr>
      </p:pic>
      <p:pic>
        <p:nvPicPr>
          <p:cNvPr id="869" name="Google Shape;869;p70"/>
          <p:cNvPicPr preferRelativeResize="0"/>
          <p:nvPr/>
        </p:nvPicPr>
        <p:blipFill rotWithShape="1">
          <a:blip r:embed="rId4">
            <a:alphaModFix/>
          </a:blip>
          <a:srcRect b="0" l="0" r="0" t="0"/>
          <a:stretch/>
        </p:blipFill>
        <p:spPr>
          <a:xfrm>
            <a:off x="5280808" y="2769193"/>
            <a:ext cx="3362794" cy="1428949"/>
          </a:xfrm>
          <a:prstGeom prst="rect">
            <a:avLst/>
          </a:prstGeom>
          <a:noFill/>
          <a:ln>
            <a:noFill/>
          </a:ln>
        </p:spPr>
      </p:pic>
    </p:spTree>
  </p:cSld>
  <p:clrMapOvr>
    <a:masterClrMapping/>
  </p:clrMapOvr>
  <p:transition spd="slow">
    <p:push/>
  </p:transition>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71"/>
          <p:cNvSpPr/>
          <p:nvPr/>
        </p:nvSpPr>
        <p:spPr>
          <a:xfrm flipH="1">
            <a:off x="593725" y="61220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875" name="Google Shape;875;p71"/>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876" name="Google Shape;876;p71"/>
          <p:cNvGrpSpPr/>
          <p:nvPr/>
        </p:nvGrpSpPr>
        <p:grpSpPr>
          <a:xfrm>
            <a:off x="593725" y="237958"/>
            <a:ext cx="8550275" cy="361950"/>
            <a:chOff x="0" y="0"/>
            <a:chExt cx="8550524" cy="362139"/>
          </a:xfrm>
        </p:grpSpPr>
        <p:sp>
          <p:nvSpPr>
            <p:cNvPr id="877" name="Google Shape;877;p71"/>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878" name="Google Shape;878;p71"/>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879" name="Google Shape;879;p71"/>
          <p:cNvGrpSpPr/>
          <p:nvPr/>
        </p:nvGrpSpPr>
        <p:grpSpPr>
          <a:xfrm>
            <a:off x="-31750" y="593074"/>
            <a:ext cx="5013325" cy="548371"/>
            <a:chOff x="171461" y="-8625"/>
            <a:chExt cx="3807076" cy="548625"/>
          </a:xfrm>
        </p:grpSpPr>
        <p:sp>
          <p:nvSpPr>
            <p:cNvPr id="880" name="Google Shape;880;p71"/>
            <p:cNvSpPr/>
            <p:nvPr/>
          </p:nvSpPr>
          <p:spPr>
            <a:xfrm flipH="1">
              <a:off x="171461"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Shapes</a:t>
              </a:r>
              <a:endParaRPr b="1" i="0" sz="1800" u="none">
                <a:solidFill>
                  <a:srgbClr val="FFFFFF"/>
                </a:solidFill>
                <a:latin typeface="Calibri"/>
                <a:ea typeface="Calibri"/>
                <a:cs typeface="Calibri"/>
                <a:sym typeface="Calibri"/>
              </a:endParaRPr>
            </a:p>
          </p:txBody>
        </p:sp>
        <p:sp>
          <p:nvSpPr>
            <p:cNvPr id="881" name="Google Shape;881;p71"/>
            <p:cNvSpPr/>
            <p:nvPr/>
          </p:nvSpPr>
          <p:spPr>
            <a:xfrm flipH="1" rot="10800000">
              <a:off x="3438536" y="-8625"/>
              <a:ext cx="540001"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882" name="Google Shape;882;p71"/>
          <p:cNvSpPr/>
          <p:nvPr/>
        </p:nvSpPr>
        <p:spPr>
          <a:xfrm>
            <a:off x="1297305" y="1275964"/>
            <a:ext cx="7846695" cy="1493229"/>
          </a:xfrm>
          <a:prstGeom prst="rect">
            <a:avLst/>
          </a:prstGeom>
          <a:noFill/>
          <a:ln>
            <a:noFill/>
          </a:ln>
        </p:spPr>
        <p:txBody>
          <a:bodyPr anchorCtr="0" anchor="t" bIns="45700" lIns="91425" spcFirstLastPara="1" rIns="91425" wrap="square" tIns="45700">
            <a:noAutofit/>
          </a:bodyPr>
          <a:lstStyle/>
          <a:p>
            <a:pPr indent="-285750" lvl="0" marL="285750" marR="0" rtl="0" algn="just">
              <a:lnSpc>
                <a:spcPct val="20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These properties are used for </a:t>
            </a:r>
            <a:r>
              <a:rPr b="0" i="0" lang="en" sz="1600" u="none">
                <a:solidFill>
                  <a:srgbClr val="6666FF"/>
                </a:solidFill>
                <a:latin typeface="Arial"/>
                <a:ea typeface="Arial"/>
                <a:cs typeface="Arial"/>
                <a:sym typeface="Arial"/>
              </a:rPr>
              <a:t>making shapes</a:t>
            </a:r>
            <a:r>
              <a:rPr b="0" i="0" lang="en" sz="1600" u="none">
                <a:solidFill>
                  <a:schemeClr val="dk1"/>
                </a:solidFill>
                <a:latin typeface="Arial"/>
                <a:ea typeface="Arial"/>
                <a:cs typeface="Arial"/>
                <a:sym typeface="Arial"/>
              </a:rPr>
              <a:t>.</a:t>
            </a:r>
            <a:endParaRPr/>
          </a:p>
          <a:p>
            <a:pPr indent="-184150" lvl="0" marL="285750" marR="0" rtl="0" algn="just">
              <a:lnSpc>
                <a:spcPct val="20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285750" lvl="0" marL="285750" marR="0" rtl="0" algn="just">
              <a:lnSpc>
                <a:spcPct val="20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border-width | border-style | border-color | border | border-radius</a:t>
            </a:r>
            <a:endParaRPr/>
          </a:p>
        </p:txBody>
      </p:sp>
    </p:spTree>
  </p:cSld>
  <p:clrMapOvr>
    <a:masterClrMapping/>
  </p:clrMapOvr>
  <p:transition spd="slow">
    <p:push/>
  </p:transition>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72"/>
          <p:cNvSpPr/>
          <p:nvPr/>
        </p:nvSpPr>
        <p:spPr>
          <a:xfrm flipH="1">
            <a:off x="593725" y="61220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888" name="Google Shape;888;p72"/>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889" name="Google Shape;889;p72"/>
          <p:cNvGrpSpPr/>
          <p:nvPr/>
        </p:nvGrpSpPr>
        <p:grpSpPr>
          <a:xfrm>
            <a:off x="593725" y="237958"/>
            <a:ext cx="8550275" cy="361950"/>
            <a:chOff x="0" y="0"/>
            <a:chExt cx="8550524" cy="362139"/>
          </a:xfrm>
        </p:grpSpPr>
        <p:sp>
          <p:nvSpPr>
            <p:cNvPr id="890" name="Google Shape;890;p72"/>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891" name="Google Shape;891;p72"/>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892" name="Google Shape;892;p72"/>
          <p:cNvGrpSpPr/>
          <p:nvPr/>
        </p:nvGrpSpPr>
        <p:grpSpPr>
          <a:xfrm>
            <a:off x="-31750" y="593074"/>
            <a:ext cx="5013325" cy="548371"/>
            <a:chOff x="171461" y="-8625"/>
            <a:chExt cx="3807076" cy="548625"/>
          </a:xfrm>
        </p:grpSpPr>
        <p:sp>
          <p:nvSpPr>
            <p:cNvPr id="893" name="Google Shape;893;p72"/>
            <p:cNvSpPr/>
            <p:nvPr/>
          </p:nvSpPr>
          <p:spPr>
            <a:xfrm flipH="1">
              <a:off x="171461"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Shadows</a:t>
              </a:r>
              <a:endParaRPr b="1" i="0" sz="1800" u="none">
                <a:solidFill>
                  <a:srgbClr val="FFFFFF"/>
                </a:solidFill>
                <a:latin typeface="Calibri"/>
                <a:ea typeface="Calibri"/>
                <a:cs typeface="Calibri"/>
                <a:sym typeface="Calibri"/>
              </a:endParaRPr>
            </a:p>
          </p:txBody>
        </p:sp>
        <p:sp>
          <p:nvSpPr>
            <p:cNvPr id="894" name="Google Shape;894;p72"/>
            <p:cNvSpPr/>
            <p:nvPr/>
          </p:nvSpPr>
          <p:spPr>
            <a:xfrm flipH="1" rot="10800000">
              <a:off x="3438536" y="-8625"/>
              <a:ext cx="540001"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895" name="Google Shape;895;p72"/>
          <p:cNvSpPr/>
          <p:nvPr/>
        </p:nvSpPr>
        <p:spPr>
          <a:xfrm>
            <a:off x="1297305" y="1275964"/>
            <a:ext cx="7846695" cy="1000787"/>
          </a:xfrm>
          <a:prstGeom prst="rect">
            <a:avLst/>
          </a:prstGeom>
          <a:noFill/>
          <a:ln>
            <a:noFill/>
          </a:ln>
        </p:spPr>
        <p:txBody>
          <a:bodyPr anchorCtr="0" anchor="t" bIns="45700" lIns="91425" spcFirstLastPara="1" rIns="91425" wrap="square" tIns="45700">
            <a:noAutofit/>
          </a:bodyPr>
          <a:lstStyle/>
          <a:p>
            <a:pPr indent="-285750" lvl="0" marL="285750" marR="0" rtl="0" algn="just">
              <a:lnSpc>
                <a:spcPct val="20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For making the shapes and text aesthetic, we use the concepts of shadows.</a:t>
            </a:r>
            <a:endParaRPr/>
          </a:p>
          <a:p>
            <a:pPr indent="-285750" lvl="0" marL="285750" marR="0" rtl="0" algn="just">
              <a:lnSpc>
                <a:spcPct val="20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It applies on both the shapes and texts as well.</a:t>
            </a:r>
            <a:endParaRPr b="0" i="0" sz="1600" u="none">
              <a:solidFill>
                <a:schemeClr val="dk1"/>
              </a:solidFill>
              <a:latin typeface="Arial"/>
              <a:ea typeface="Arial"/>
              <a:cs typeface="Arial"/>
              <a:sym typeface="Arial"/>
            </a:endParaRPr>
          </a:p>
        </p:txBody>
      </p:sp>
      <p:pic>
        <p:nvPicPr>
          <p:cNvPr id="896" name="Google Shape;896;p72"/>
          <p:cNvPicPr preferRelativeResize="0"/>
          <p:nvPr/>
        </p:nvPicPr>
        <p:blipFill rotWithShape="1">
          <a:blip r:embed="rId3">
            <a:alphaModFix/>
          </a:blip>
          <a:srcRect b="17425" l="13476" r="15484" t="14282"/>
          <a:stretch/>
        </p:blipFill>
        <p:spPr>
          <a:xfrm>
            <a:off x="1671899" y="2950735"/>
            <a:ext cx="5197157" cy="2265680"/>
          </a:xfrm>
          <a:prstGeom prst="rect">
            <a:avLst/>
          </a:prstGeom>
          <a:noFill/>
          <a:ln>
            <a:noFill/>
          </a:ln>
        </p:spPr>
      </p:pic>
    </p:spTree>
  </p:cSld>
  <p:clrMapOvr>
    <a:masterClrMapping/>
  </p:clrMapOvr>
  <p:transition spd="slow">
    <p:push/>
  </p:transition>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p73"/>
          <p:cNvSpPr/>
          <p:nvPr/>
        </p:nvSpPr>
        <p:spPr>
          <a:xfrm flipH="1">
            <a:off x="593788" y="612204"/>
            <a:ext cx="360300" cy="45465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902" name="Google Shape;902;p73"/>
          <p:cNvSpPr/>
          <p:nvPr/>
        </p:nvSpPr>
        <p:spPr>
          <a:xfrm flipH="1" rot="10800000">
            <a:off x="3267075" y="-3926"/>
            <a:ext cx="539700" cy="597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903" name="Google Shape;903;p73"/>
          <p:cNvGrpSpPr/>
          <p:nvPr/>
        </p:nvGrpSpPr>
        <p:grpSpPr>
          <a:xfrm>
            <a:off x="593725" y="237958"/>
            <a:ext cx="8550524" cy="362033"/>
            <a:chOff x="0" y="0"/>
            <a:chExt cx="8550524" cy="362214"/>
          </a:xfrm>
        </p:grpSpPr>
        <p:sp>
          <p:nvSpPr>
            <p:cNvPr id="904" name="Google Shape;904;p73"/>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905" name="Google Shape;905;p73"/>
            <p:cNvSpPr/>
            <p:nvPr/>
          </p:nvSpPr>
          <p:spPr>
            <a:xfrm flipH="1">
              <a:off x="359924" y="714"/>
              <a:ext cx="8190600" cy="3615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906" name="Google Shape;906;p73"/>
          <p:cNvGrpSpPr/>
          <p:nvPr/>
        </p:nvGrpSpPr>
        <p:grpSpPr>
          <a:xfrm>
            <a:off x="-31659" y="593074"/>
            <a:ext cx="5013058" cy="548351"/>
            <a:chOff x="171536" y="-8625"/>
            <a:chExt cx="3807000" cy="548625"/>
          </a:xfrm>
        </p:grpSpPr>
        <p:sp>
          <p:nvSpPr>
            <p:cNvPr id="907" name="Google Shape;907;p73"/>
            <p:cNvSpPr/>
            <p:nvPr/>
          </p:nvSpPr>
          <p:spPr>
            <a:xfrm flipH="1">
              <a:off x="171536" y="0"/>
              <a:ext cx="3267000"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lang="en" sz="1800">
                  <a:solidFill>
                    <a:srgbClr val="FFFFFF"/>
                  </a:solidFill>
                  <a:latin typeface="Calibri"/>
                  <a:ea typeface="Calibri"/>
                  <a:cs typeface="Calibri"/>
                  <a:sym typeface="Calibri"/>
                </a:rPr>
                <a:t>Backgrounds</a:t>
              </a:r>
              <a:endParaRPr b="1" i="0" sz="1800" u="none">
                <a:solidFill>
                  <a:srgbClr val="FFFFFF"/>
                </a:solidFill>
                <a:latin typeface="Calibri"/>
                <a:ea typeface="Calibri"/>
                <a:cs typeface="Calibri"/>
                <a:sym typeface="Calibri"/>
              </a:endParaRPr>
            </a:p>
          </p:txBody>
        </p:sp>
        <p:sp>
          <p:nvSpPr>
            <p:cNvPr id="908" name="Google Shape;908;p73"/>
            <p:cNvSpPr/>
            <p:nvPr/>
          </p:nvSpPr>
          <p:spPr>
            <a:xfrm flipH="1" rot="10800000">
              <a:off x="3438536" y="-8625"/>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909" name="Google Shape;909;p73"/>
          <p:cNvSpPr/>
          <p:nvPr/>
        </p:nvSpPr>
        <p:spPr>
          <a:xfrm>
            <a:off x="1297305" y="1275964"/>
            <a:ext cx="7846800" cy="1493100"/>
          </a:xfrm>
          <a:prstGeom prst="rect">
            <a:avLst/>
          </a:prstGeom>
          <a:noFill/>
          <a:ln>
            <a:noFill/>
          </a:ln>
        </p:spPr>
        <p:txBody>
          <a:bodyPr anchorCtr="0" anchor="t" bIns="45700" lIns="91425" spcFirstLastPara="1" rIns="91425" wrap="square" tIns="45700">
            <a:noAutofit/>
          </a:bodyPr>
          <a:lstStyle/>
          <a:p>
            <a:pPr indent="-285750" lvl="0" marL="285750" marR="0" rtl="0" algn="just">
              <a:lnSpc>
                <a:spcPct val="200000"/>
              </a:lnSpc>
              <a:spcBef>
                <a:spcPts val="0"/>
              </a:spcBef>
              <a:spcAft>
                <a:spcPts val="0"/>
              </a:spcAft>
              <a:buClr>
                <a:schemeClr val="dk1"/>
              </a:buClr>
              <a:buSzPts val="1600"/>
              <a:buFont typeface="Arial"/>
              <a:buChar char="•"/>
            </a:pPr>
            <a:r>
              <a:rPr lang="en" sz="1600">
                <a:solidFill>
                  <a:schemeClr val="dk1"/>
                </a:solidFill>
              </a:rPr>
              <a:t>Colors &amp; Images</a:t>
            </a:r>
            <a:endParaRPr/>
          </a:p>
        </p:txBody>
      </p:sp>
    </p:spTree>
  </p:cSld>
  <p:clrMapOvr>
    <a:masterClrMapping/>
  </p:clrMapOvr>
  <p:transition spd="slow">
    <p:push/>
  </p:transition>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p74"/>
          <p:cNvSpPr/>
          <p:nvPr/>
        </p:nvSpPr>
        <p:spPr>
          <a:xfrm flipH="1">
            <a:off x="593725" y="596900"/>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915" name="Google Shape;915;p74"/>
          <p:cNvSpPr/>
          <p:nvPr/>
        </p:nvSpPr>
        <p:spPr>
          <a:xfrm flipH="1" rot="10800000">
            <a:off x="3267075" y="-1069"/>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916" name="Google Shape;916;p74"/>
          <p:cNvGrpSpPr/>
          <p:nvPr/>
        </p:nvGrpSpPr>
        <p:grpSpPr>
          <a:xfrm>
            <a:off x="593725" y="223202"/>
            <a:ext cx="8550275" cy="361950"/>
            <a:chOff x="0" y="0"/>
            <a:chExt cx="8550524" cy="362139"/>
          </a:xfrm>
        </p:grpSpPr>
        <p:sp>
          <p:nvSpPr>
            <p:cNvPr id="917" name="Google Shape;917;p74"/>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918" name="Google Shape;918;p74"/>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919" name="Google Shape;919;p74"/>
          <p:cNvGrpSpPr/>
          <p:nvPr/>
        </p:nvGrpSpPr>
        <p:grpSpPr>
          <a:xfrm>
            <a:off x="0" y="569775"/>
            <a:ext cx="3806825" cy="539750"/>
            <a:chOff x="0" y="0"/>
            <a:chExt cx="3807075" cy="540000"/>
          </a:xfrm>
        </p:grpSpPr>
        <p:sp>
          <p:nvSpPr>
            <p:cNvPr id="920" name="Google Shape;920;p74"/>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BOX Model</a:t>
              </a:r>
              <a:endParaRPr b="1" i="0" sz="1800" u="none">
                <a:solidFill>
                  <a:srgbClr val="FFFFFF"/>
                </a:solidFill>
                <a:latin typeface="Calibri"/>
                <a:ea typeface="Calibri"/>
                <a:cs typeface="Calibri"/>
                <a:sym typeface="Calibri"/>
              </a:endParaRPr>
            </a:p>
          </p:txBody>
        </p:sp>
        <p:sp>
          <p:nvSpPr>
            <p:cNvPr id="921" name="Google Shape;921;p74"/>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922" name="Google Shape;922;p74"/>
          <p:cNvSpPr txBox="1"/>
          <p:nvPr/>
        </p:nvSpPr>
        <p:spPr>
          <a:xfrm>
            <a:off x="1343025" y="1362075"/>
            <a:ext cx="7644900" cy="23088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20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Every Element (</a:t>
            </a:r>
            <a:r>
              <a:rPr b="1" i="0" lang="en" sz="1600" u="none">
                <a:solidFill>
                  <a:schemeClr val="dk1"/>
                </a:solidFill>
              </a:rPr>
              <a:t>Tag</a:t>
            </a:r>
            <a:r>
              <a:rPr b="0" i="0" lang="en" sz="1600" u="none">
                <a:solidFill>
                  <a:schemeClr val="dk1"/>
                </a:solidFill>
                <a:latin typeface="Arial"/>
                <a:ea typeface="Arial"/>
                <a:cs typeface="Arial"/>
                <a:sym typeface="Arial"/>
              </a:rPr>
              <a:t>) is wrapped inside an </a:t>
            </a:r>
            <a:r>
              <a:rPr b="1" i="0" lang="en" sz="1600" u="none">
                <a:solidFill>
                  <a:schemeClr val="dk1"/>
                </a:solidFill>
              </a:rPr>
              <a:t>invisible box.</a:t>
            </a:r>
            <a:endParaRPr b="1"/>
          </a:p>
          <a:p>
            <a:pPr indent="-285750" lvl="0" marL="285750" marR="0" rtl="0" algn="l">
              <a:lnSpc>
                <a:spcPct val="20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We can </a:t>
            </a:r>
            <a:r>
              <a:rPr b="1" i="0" lang="en" sz="1600" u="none">
                <a:solidFill>
                  <a:schemeClr val="dk1"/>
                </a:solidFill>
              </a:rPr>
              <a:t>customize that box</a:t>
            </a:r>
            <a:r>
              <a:rPr b="0" i="0" lang="en" sz="1600" u="none">
                <a:solidFill>
                  <a:schemeClr val="dk1"/>
                </a:solidFill>
                <a:latin typeface="Arial"/>
                <a:ea typeface="Arial"/>
                <a:cs typeface="Arial"/>
                <a:sym typeface="Arial"/>
              </a:rPr>
              <a:t> using some properties.</a:t>
            </a:r>
            <a:endParaRPr/>
          </a:p>
          <a:p>
            <a:pPr indent="-285750" lvl="0" marL="285750" marR="0" rtl="0" algn="l">
              <a:lnSpc>
                <a:spcPct val="20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BOX model refers to the box of an element with properties.</a:t>
            </a:r>
            <a:endParaRPr/>
          </a:p>
          <a:p>
            <a:pPr indent="-285750" lvl="0" marL="285750" marR="0" rtl="0" algn="l">
              <a:lnSpc>
                <a:spcPct val="20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We can create super elegant layouts using concept of Box Model.</a:t>
            </a:r>
            <a:endParaRPr/>
          </a:p>
          <a:p>
            <a:pPr indent="-285750" lvl="0" marL="285750" marR="0" rtl="0" algn="l">
              <a:lnSpc>
                <a:spcPct val="20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Box model has properties of </a:t>
            </a:r>
            <a:r>
              <a:rPr b="1" i="0" lang="en" sz="1600" u="none">
                <a:solidFill>
                  <a:schemeClr val="dk1"/>
                </a:solidFill>
              </a:rPr>
              <a:t>Margins</a:t>
            </a:r>
            <a:r>
              <a:rPr b="0" i="0" lang="en" sz="1600" u="none">
                <a:solidFill>
                  <a:schemeClr val="dk1"/>
                </a:solidFill>
                <a:latin typeface="Arial"/>
                <a:ea typeface="Arial"/>
                <a:cs typeface="Arial"/>
                <a:sym typeface="Arial"/>
              </a:rPr>
              <a:t>, </a:t>
            </a:r>
            <a:r>
              <a:rPr b="1" i="0" lang="en" sz="1600" u="none">
                <a:solidFill>
                  <a:schemeClr val="dk1"/>
                </a:solidFill>
              </a:rPr>
              <a:t>Paddings</a:t>
            </a:r>
            <a:r>
              <a:rPr b="0" i="0" lang="en" sz="1600" u="none">
                <a:solidFill>
                  <a:schemeClr val="dk1"/>
                </a:solidFill>
                <a:latin typeface="Arial"/>
                <a:ea typeface="Arial"/>
                <a:cs typeface="Arial"/>
                <a:sym typeface="Arial"/>
              </a:rPr>
              <a:t> and </a:t>
            </a:r>
            <a:r>
              <a:rPr b="1" i="0" lang="en" sz="1600" u="none">
                <a:solidFill>
                  <a:schemeClr val="dk1"/>
                </a:solidFill>
              </a:rPr>
              <a:t>Border</a:t>
            </a:r>
            <a:r>
              <a:rPr b="0" i="0" lang="en" sz="1600" u="none">
                <a:solidFill>
                  <a:schemeClr val="dk1"/>
                </a:solidFill>
                <a:latin typeface="Arial"/>
                <a:ea typeface="Arial"/>
                <a:cs typeface="Arial"/>
                <a:sym typeface="Arial"/>
              </a:rPr>
              <a:t>.</a:t>
            </a:r>
            <a:endParaRPr/>
          </a:p>
        </p:txBody>
      </p:sp>
    </p:spTree>
  </p:cSld>
  <p:clrMapOvr>
    <a:masterClrMapping/>
  </p:clrMapOvr>
  <p:transition spd="slow">
    <p:push/>
  </p:transition>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75"/>
          <p:cNvSpPr/>
          <p:nvPr/>
        </p:nvSpPr>
        <p:spPr>
          <a:xfrm flipH="1">
            <a:off x="593725" y="608378"/>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928" name="Google Shape;928;p75"/>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929" name="Google Shape;929;p75"/>
          <p:cNvGrpSpPr/>
          <p:nvPr/>
        </p:nvGrpSpPr>
        <p:grpSpPr>
          <a:xfrm>
            <a:off x="593725" y="223202"/>
            <a:ext cx="8550275" cy="361950"/>
            <a:chOff x="0" y="0"/>
            <a:chExt cx="8550524" cy="362139"/>
          </a:xfrm>
        </p:grpSpPr>
        <p:sp>
          <p:nvSpPr>
            <p:cNvPr id="930" name="Google Shape;930;p75"/>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931" name="Google Shape;931;p75"/>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932" name="Google Shape;932;p75"/>
          <p:cNvGrpSpPr/>
          <p:nvPr/>
        </p:nvGrpSpPr>
        <p:grpSpPr>
          <a:xfrm>
            <a:off x="3826" y="583014"/>
            <a:ext cx="4568174" cy="539750"/>
            <a:chOff x="0" y="0"/>
            <a:chExt cx="3807075" cy="540000"/>
          </a:xfrm>
        </p:grpSpPr>
        <p:sp>
          <p:nvSpPr>
            <p:cNvPr id="933" name="Google Shape;933;p75"/>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Box Model</a:t>
              </a:r>
              <a:endParaRPr b="1" i="0" sz="1800" u="none">
                <a:solidFill>
                  <a:srgbClr val="FFFFFF"/>
                </a:solidFill>
                <a:latin typeface="Calibri"/>
                <a:ea typeface="Calibri"/>
                <a:cs typeface="Calibri"/>
                <a:sym typeface="Calibri"/>
              </a:endParaRPr>
            </a:p>
          </p:txBody>
        </p:sp>
        <p:sp>
          <p:nvSpPr>
            <p:cNvPr id="934" name="Google Shape;934;p75"/>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pic>
        <p:nvPicPr>
          <p:cNvPr id="935" name="Google Shape;935;p75"/>
          <p:cNvPicPr preferRelativeResize="0"/>
          <p:nvPr/>
        </p:nvPicPr>
        <p:blipFill rotWithShape="1">
          <a:blip r:embed="rId3">
            <a:alphaModFix/>
          </a:blip>
          <a:srcRect b="0" l="0" r="0" t="0"/>
          <a:stretch/>
        </p:blipFill>
        <p:spPr>
          <a:xfrm>
            <a:off x="1523621" y="1371600"/>
            <a:ext cx="6514844" cy="3360048"/>
          </a:xfrm>
          <a:prstGeom prst="rect">
            <a:avLst/>
          </a:prstGeom>
          <a:noFill/>
          <a:ln>
            <a:noFill/>
          </a:ln>
        </p:spPr>
      </p:pic>
    </p:spTree>
  </p:cSld>
  <p:clrMapOvr>
    <a:masterClrMapping/>
  </p:clrMapOvr>
  <p:transition spd="slow">
    <p:push/>
  </p:transition>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p76"/>
          <p:cNvSpPr/>
          <p:nvPr/>
        </p:nvSpPr>
        <p:spPr>
          <a:xfrm flipH="1">
            <a:off x="593725" y="61220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941" name="Google Shape;941;p76"/>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942" name="Google Shape;942;p76"/>
          <p:cNvGrpSpPr/>
          <p:nvPr/>
        </p:nvGrpSpPr>
        <p:grpSpPr>
          <a:xfrm>
            <a:off x="593725" y="234950"/>
            <a:ext cx="8550275" cy="361950"/>
            <a:chOff x="0" y="0"/>
            <a:chExt cx="8550524" cy="362139"/>
          </a:xfrm>
        </p:grpSpPr>
        <p:sp>
          <p:nvSpPr>
            <p:cNvPr id="943" name="Google Shape;943;p76"/>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944" name="Google Shape;944;p76"/>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945" name="Google Shape;945;p76"/>
          <p:cNvGrpSpPr/>
          <p:nvPr/>
        </p:nvGrpSpPr>
        <p:grpSpPr>
          <a:xfrm>
            <a:off x="0" y="584835"/>
            <a:ext cx="3806825" cy="539750"/>
            <a:chOff x="0" y="0"/>
            <a:chExt cx="3807075" cy="540000"/>
          </a:xfrm>
        </p:grpSpPr>
        <p:sp>
          <p:nvSpPr>
            <p:cNvPr id="946" name="Google Shape;946;p76"/>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Box Model</a:t>
              </a:r>
              <a:endParaRPr/>
            </a:p>
          </p:txBody>
        </p:sp>
        <p:sp>
          <p:nvSpPr>
            <p:cNvPr id="947" name="Google Shape;947;p76"/>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pic>
        <p:nvPicPr>
          <p:cNvPr id="948" name="Google Shape;948;p76"/>
          <p:cNvPicPr preferRelativeResize="0"/>
          <p:nvPr/>
        </p:nvPicPr>
        <p:blipFill rotWithShape="1">
          <a:blip r:embed="rId3">
            <a:alphaModFix/>
          </a:blip>
          <a:srcRect b="0" l="0" r="0" t="0"/>
          <a:stretch/>
        </p:blipFill>
        <p:spPr>
          <a:xfrm>
            <a:off x="1710929" y="1362075"/>
            <a:ext cx="6327536" cy="3559239"/>
          </a:xfrm>
          <a:prstGeom prst="rect">
            <a:avLst/>
          </a:prstGeom>
          <a:noFill/>
          <a:ln>
            <a:noFill/>
          </a:ln>
        </p:spPr>
      </p:pic>
    </p:spTree>
  </p:cSld>
  <p:clrMapOvr>
    <a:masterClrMapping/>
  </p:clrMapOvr>
  <p:transition spd="slow">
    <p:push/>
  </p:transition>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sp>
        <p:nvSpPr>
          <p:cNvPr id="953" name="Google Shape;953;p77"/>
          <p:cNvSpPr/>
          <p:nvPr/>
        </p:nvSpPr>
        <p:spPr>
          <a:xfrm flipH="1">
            <a:off x="593725" y="61220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954" name="Google Shape;954;p77"/>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955" name="Google Shape;955;p77"/>
          <p:cNvGrpSpPr/>
          <p:nvPr/>
        </p:nvGrpSpPr>
        <p:grpSpPr>
          <a:xfrm>
            <a:off x="593725" y="237958"/>
            <a:ext cx="8550275" cy="361950"/>
            <a:chOff x="0" y="0"/>
            <a:chExt cx="8550524" cy="362139"/>
          </a:xfrm>
        </p:grpSpPr>
        <p:sp>
          <p:nvSpPr>
            <p:cNvPr id="956" name="Google Shape;956;p77"/>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957" name="Google Shape;957;p77"/>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958" name="Google Shape;958;p77"/>
          <p:cNvGrpSpPr/>
          <p:nvPr/>
        </p:nvGrpSpPr>
        <p:grpSpPr>
          <a:xfrm>
            <a:off x="-31750" y="593074"/>
            <a:ext cx="5013325" cy="548371"/>
            <a:chOff x="171461" y="-8625"/>
            <a:chExt cx="3807076" cy="548625"/>
          </a:xfrm>
        </p:grpSpPr>
        <p:sp>
          <p:nvSpPr>
            <p:cNvPr id="959" name="Google Shape;959;p77"/>
            <p:cNvSpPr/>
            <p:nvPr/>
          </p:nvSpPr>
          <p:spPr>
            <a:xfrm flipH="1">
              <a:off x="171461"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Box Model</a:t>
              </a:r>
              <a:endParaRPr b="1" i="0" sz="1800" u="none">
                <a:solidFill>
                  <a:srgbClr val="FFFFFF"/>
                </a:solidFill>
                <a:latin typeface="Calibri"/>
                <a:ea typeface="Calibri"/>
                <a:cs typeface="Calibri"/>
                <a:sym typeface="Calibri"/>
              </a:endParaRPr>
            </a:p>
          </p:txBody>
        </p:sp>
        <p:sp>
          <p:nvSpPr>
            <p:cNvPr id="960" name="Google Shape;960;p77"/>
            <p:cNvSpPr/>
            <p:nvPr/>
          </p:nvSpPr>
          <p:spPr>
            <a:xfrm flipH="1" rot="10800000">
              <a:off x="3438536" y="-8625"/>
              <a:ext cx="540001"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961" name="Google Shape;961;p77"/>
          <p:cNvSpPr/>
          <p:nvPr/>
        </p:nvSpPr>
        <p:spPr>
          <a:xfrm>
            <a:off x="1297305" y="1397000"/>
            <a:ext cx="7846695" cy="1985672"/>
          </a:xfrm>
          <a:prstGeom prst="rect">
            <a:avLst/>
          </a:prstGeom>
          <a:noFill/>
          <a:ln>
            <a:noFill/>
          </a:ln>
        </p:spPr>
        <p:txBody>
          <a:bodyPr anchorCtr="0" anchor="t" bIns="45700" lIns="91425" spcFirstLastPara="1" rIns="91425" wrap="square" tIns="45700">
            <a:noAutofit/>
          </a:bodyPr>
          <a:lstStyle/>
          <a:p>
            <a:pPr indent="-285750" lvl="0" marL="285750" marR="0" rtl="0" algn="just">
              <a:lnSpc>
                <a:spcPct val="200000"/>
              </a:lnSpc>
              <a:spcBef>
                <a:spcPts val="0"/>
              </a:spcBef>
              <a:spcAft>
                <a:spcPts val="0"/>
              </a:spcAft>
              <a:buClr>
                <a:srgbClr val="6666FF"/>
              </a:buClr>
              <a:buSzPts val="1600"/>
              <a:buFont typeface="Arial"/>
              <a:buChar char="•"/>
            </a:pPr>
            <a:r>
              <a:rPr b="0" i="0" lang="en" sz="1600" u="none">
                <a:solidFill>
                  <a:srgbClr val="6666FF"/>
                </a:solidFill>
                <a:latin typeface="Arial"/>
                <a:ea typeface="Arial"/>
                <a:cs typeface="Arial"/>
                <a:sym typeface="Arial"/>
              </a:rPr>
              <a:t>Content </a:t>
            </a:r>
            <a:r>
              <a:rPr b="0" i="0" lang="en" sz="1600" u="none">
                <a:solidFill>
                  <a:schemeClr val="dk1"/>
                </a:solidFill>
                <a:latin typeface="Arial"/>
                <a:ea typeface="Arial"/>
                <a:cs typeface="Arial"/>
                <a:sym typeface="Arial"/>
              </a:rPr>
              <a:t>- The content of the box, where text and images appear </a:t>
            </a:r>
            <a:endParaRPr/>
          </a:p>
          <a:p>
            <a:pPr indent="-285750" lvl="0" marL="285750" marR="0" rtl="0" algn="just">
              <a:lnSpc>
                <a:spcPct val="200000"/>
              </a:lnSpc>
              <a:spcBef>
                <a:spcPts val="0"/>
              </a:spcBef>
              <a:spcAft>
                <a:spcPts val="0"/>
              </a:spcAft>
              <a:buClr>
                <a:srgbClr val="6666FF"/>
              </a:buClr>
              <a:buSzPts val="1600"/>
              <a:buFont typeface="Arial"/>
              <a:buChar char="•"/>
            </a:pPr>
            <a:r>
              <a:rPr b="0" i="0" lang="en" sz="1600" u="none">
                <a:solidFill>
                  <a:srgbClr val="6666FF"/>
                </a:solidFill>
                <a:latin typeface="Arial"/>
                <a:ea typeface="Arial"/>
                <a:cs typeface="Arial"/>
                <a:sym typeface="Arial"/>
              </a:rPr>
              <a:t>Padding</a:t>
            </a:r>
            <a:r>
              <a:rPr b="0" i="0" lang="en" sz="1600" u="none">
                <a:solidFill>
                  <a:schemeClr val="dk1"/>
                </a:solidFill>
                <a:latin typeface="Arial"/>
                <a:ea typeface="Arial"/>
                <a:cs typeface="Arial"/>
                <a:sym typeface="Arial"/>
              </a:rPr>
              <a:t> - Clears an area around the content. The padding is transparent  </a:t>
            </a:r>
            <a:endParaRPr/>
          </a:p>
          <a:p>
            <a:pPr indent="-285750" lvl="0" marL="285750" marR="0" rtl="0" algn="just">
              <a:lnSpc>
                <a:spcPct val="200000"/>
              </a:lnSpc>
              <a:spcBef>
                <a:spcPts val="0"/>
              </a:spcBef>
              <a:spcAft>
                <a:spcPts val="0"/>
              </a:spcAft>
              <a:buClr>
                <a:srgbClr val="6666FF"/>
              </a:buClr>
              <a:buSzPts val="1600"/>
              <a:buFont typeface="Arial"/>
              <a:buChar char="•"/>
            </a:pPr>
            <a:r>
              <a:rPr b="0" i="0" lang="en" sz="1600" u="none">
                <a:solidFill>
                  <a:srgbClr val="6666FF"/>
                </a:solidFill>
                <a:latin typeface="Arial"/>
                <a:ea typeface="Arial"/>
                <a:cs typeface="Arial"/>
                <a:sym typeface="Arial"/>
              </a:rPr>
              <a:t>Border</a:t>
            </a:r>
            <a:r>
              <a:rPr b="0" i="0" lang="en" sz="1600" u="none">
                <a:solidFill>
                  <a:schemeClr val="dk1"/>
                </a:solidFill>
                <a:latin typeface="Arial"/>
                <a:ea typeface="Arial"/>
                <a:cs typeface="Arial"/>
                <a:sym typeface="Arial"/>
              </a:rPr>
              <a:t> - A border that goes around the padding and content </a:t>
            </a:r>
            <a:endParaRPr/>
          </a:p>
          <a:p>
            <a:pPr indent="-285750" lvl="0" marL="285750" marR="0" rtl="0" algn="just">
              <a:lnSpc>
                <a:spcPct val="200000"/>
              </a:lnSpc>
              <a:spcBef>
                <a:spcPts val="0"/>
              </a:spcBef>
              <a:spcAft>
                <a:spcPts val="0"/>
              </a:spcAft>
              <a:buClr>
                <a:srgbClr val="6666FF"/>
              </a:buClr>
              <a:buSzPts val="1600"/>
              <a:buFont typeface="Arial"/>
              <a:buChar char="•"/>
            </a:pPr>
            <a:r>
              <a:rPr b="0" i="0" lang="en" sz="1600" u="none">
                <a:solidFill>
                  <a:srgbClr val="6666FF"/>
                </a:solidFill>
                <a:latin typeface="Arial"/>
                <a:ea typeface="Arial"/>
                <a:cs typeface="Arial"/>
                <a:sym typeface="Arial"/>
              </a:rPr>
              <a:t>Margin</a:t>
            </a:r>
            <a:r>
              <a:rPr b="0" i="0" lang="en" sz="1600" u="none">
                <a:solidFill>
                  <a:schemeClr val="dk1"/>
                </a:solidFill>
                <a:latin typeface="Arial"/>
                <a:ea typeface="Arial"/>
                <a:cs typeface="Arial"/>
                <a:sym typeface="Arial"/>
              </a:rPr>
              <a:t> - Clears an area outside the border. The margin is transparent</a:t>
            </a:r>
            <a:endParaRPr b="0" i="0" sz="1200" u="none">
              <a:solidFill>
                <a:schemeClr val="dk1"/>
              </a:solidFill>
              <a:latin typeface="Arial"/>
              <a:ea typeface="Arial"/>
              <a:cs typeface="Arial"/>
              <a:sym typeface="Arial"/>
            </a:endParaRPr>
          </a:p>
        </p:txBody>
      </p:sp>
    </p:spTree>
  </p:cSld>
  <p:clrMapOvr>
    <a:masterClrMapping/>
  </p:clrMapOvr>
  <p:transition spd="slow">
    <p:push/>
  </p:transition>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p78"/>
          <p:cNvSpPr/>
          <p:nvPr/>
        </p:nvSpPr>
        <p:spPr>
          <a:xfrm flipH="1">
            <a:off x="593725" y="61220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967" name="Google Shape;967;p78"/>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968" name="Google Shape;968;p78"/>
          <p:cNvGrpSpPr/>
          <p:nvPr/>
        </p:nvGrpSpPr>
        <p:grpSpPr>
          <a:xfrm>
            <a:off x="593725" y="234950"/>
            <a:ext cx="8550275" cy="361950"/>
            <a:chOff x="0" y="0"/>
            <a:chExt cx="8550524" cy="362139"/>
          </a:xfrm>
        </p:grpSpPr>
        <p:sp>
          <p:nvSpPr>
            <p:cNvPr id="969" name="Google Shape;969;p78"/>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970" name="Google Shape;970;p78"/>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971" name="Google Shape;971;p78"/>
          <p:cNvGrpSpPr/>
          <p:nvPr/>
        </p:nvGrpSpPr>
        <p:grpSpPr>
          <a:xfrm>
            <a:off x="0" y="584835"/>
            <a:ext cx="3806825" cy="539750"/>
            <a:chOff x="0" y="0"/>
            <a:chExt cx="3807075" cy="540000"/>
          </a:xfrm>
        </p:grpSpPr>
        <p:sp>
          <p:nvSpPr>
            <p:cNvPr id="972" name="Google Shape;972;p78"/>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Box Model</a:t>
              </a:r>
              <a:endParaRPr/>
            </a:p>
          </p:txBody>
        </p:sp>
        <p:sp>
          <p:nvSpPr>
            <p:cNvPr id="973" name="Google Shape;973;p78"/>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pic>
        <p:nvPicPr>
          <p:cNvPr id="974" name="Google Shape;974;p78"/>
          <p:cNvPicPr preferRelativeResize="0"/>
          <p:nvPr/>
        </p:nvPicPr>
        <p:blipFill rotWithShape="1">
          <a:blip r:embed="rId3">
            <a:alphaModFix/>
          </a:blip>
          <a:srcRect b="0" l="0" r="0" t="0"/>
          <a:stretch/>
        </p:blipFill>
        <p:spPr>
          <a:xfrm>
            <a:off x="1633430" y="1343248"/>
            <a:ext cx="6449325" cy="3400900"/>
          </a:xfrm>
          <a:prstGeom prst="rect">
            <a:avLst/>
          </a:prstGeom>
          <a:noFill/>
          <a:ln>
            <a:noFill/>
          </a:ln>
        </p:spPr>
      </p:pic>
    </p:spTree>
  </p:cSld>
  <p:clrMapOvr>
    <a:masterClrMapping/>
  </p:clrMapOvr>
  <p:transition spd="slow">
    <p:push/>
  </p:transition>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8" name="Shape 978"/>
        <p:cNvGrpSpPr/>
        <p:nvPr/>
      </p:nvGrpSpPr>
      <p:grpSpPr>
        <a:xfrm>
          <a:off x="0" y="0"/>
          <a:ext cx="0" cy="0"/>
          <a:chOff x="0" y="0"/>
          <a:chExt cx="0" cy="0"/>
        </a:xfrm>
      </p:grpSpPr>
      <p:sp>
        <p:nvSpPr>
          <p:cNvPr id="979" name="Google Shape;979;p79"/>
          <p:cNvSpPr/>
          <p:nvPr/>
        </p:nvSpPr>
        <p:spPr>
          <a:xfrm flipH="1">
            <a:off x="593788" y="612204"/>
            <a:ext cx="360300" cy="45465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980" name="Google Shape;980;p79"/>
          <p:cNvSpPr/>
          <p:nvPr/>
        </p:nvSpPr>
        <p:spPr>
          <a:xfrm flipH="1" rot="10800000">
            <a:off x="3267075" y="-100"/>
            <a:ext cx="539700" cy="597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981" name="Google Shape;981;p79"/>
          <p:cNvGrpSpPr/>
          <p:nvPr/>
        </p:nvGrpSpPr>
        <p:grpSpPr>
          <a:xfrm>
            <a:off x="593725" y="234950"/>
            <a:ext cx="8550524" cy="362033"/>
            <a:chOff x="0" y="0"/>
            <a:chExt cx="8550524" cy="362214"/>
          </a:xfrm>
        </p:grpSpPr>
        <p:sp>
          <p:nvSpPr>
            <p:cNvPr id="982" name="Google Shape;982;p79"/>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983" name="Google Shape;983;p79"/>
            <p:cNvSpPr/>
            <p:nvPr/>
          </p:nvSpPr>
          <p:spPr>
            <a:xfrm flipH="1">
              <a:off x="359924" y="714"/>
              <a:ext cx="8190600" cy="3615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984" name="Google Shape;984;p79"/>
          <p:cNvGrpSpPr/>
          <p:nvPr/>
        </p:nvGrpSpPr>
        <p:grpSpPr>
          <a:xfrm>
            <a:off x="75" y="584835"/>
            <a:ext cx="3806619" cy="539730"/>
            <a:chOff x="75" y="0"/>
            <a:chExt cx="3807000" cy="540000"/>
          </a:xfrm>
        </p:grpSpPr>
        <p:sp>
          <p:nvSpPr>
            <p:cNvPr id="985" name="Google Shape;985;p79"/>
            <p:cNvSpPr/>
            <p:nvPr/>
          </p:nvSpPr>
          <p:spPr>
            <a:xfrm flipH="1">
              <a:off x="75" y="0"/>
              <a:ext cx="3267000"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Box Model</a:t>
              </a:r>
              <a:endParaRPr/>
            </a:p>
          </p:txBody>
        </p:sp>
        <p:sp>
          <p:nvSpPr>
            <p:cNvPr id="986" name="Google Shape;986;p79"/>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987" name="Google Shape;987;p79"/>
          <p:cNvSpPr txBox="1"/>
          <p:nvPr/>
        </p:nvSpPr>
        <p:spPr>
          <a:xfrm>
            <a:off x="1332550" y="2388675"/>
            <a:ext cx="7644900" cy="708000"/>
          </a:xfrm>
          <a:prstGeom prst="rect">
            <a:avLst/>
          </a:prstGeom>
          <a:noFill/>
          <a:ln>
            <a:noFill/>
          </a:ln>
        </p:spPr>
        <p:txBody>
          <a:bodyPr anchorCtr="0" anchor="t" bIns="45700" lIns="91425" spcFirstLastPara="1" rIns="91425" wrap="square" tIns="45700">
            <a:spAutoFit/>
          </a:bodyPr>
          <a:lstStyle/>
          <a:p>
            <a:pPr indent="-438150" lvl="0" marL="285750" marR="0" rtl="0" algn="l">
              <a:lnSpc>
                <a:spcPct val="200000"/>
              </a:lnSpc>
              <a:spcBef>
                <a:spcPts val="0"/>
              </a:spcBef>
              <a:spcAft>
                <a:spcPts val="0"/>
              </a:spcAft>
              <a:buClr>
                <a:schemeClr val="dk1"/>
              </a:buClr>
              <a:buSzPts val="4000"/>
              <a:buFont typeface="Arial"/>
              <a:buChar char="•"/>
            </a:pPr>
            <a:r>
              <a:rPr lang="en" sz="4000">
                <a:solidFill>
                  <a:schemeClr val="dk1"/>
                </a:solidFill>
              </a:rPr>
              <a:t>Projects</a:t>
            </a:r>
            <a:endParaRPr sz="4000"/>
          </a:p>
        </p:txBody>
      </p:sp>
    </p:spTree>
  </p:cSld>
  <p:clrMapOvr>
    <a:masterClrMapping/>
  </p:clrMapOvr>
  <p:transition spd="slow">
    <p:push/>
  </p:transition>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p80"/>
          <p:cNvSpPr/>
          <p:nvPr/>
        </p:nvSpPr>
        <p:spPr>
          <a:xfrm flipH="1">
            <a:off x="593725" y="61220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993" name="Google Shape;993;p80"/>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994" name="Google Shape;994;p80"/>
          <p:cNvGrpSpPr/>
          <p:nvPr/>
        </p:nvGrpSpPr>
        <p:grpSpPr>
          <a:xfrm>
            <a:off x="593725" y="237958"/>
            <a:ext cx="8550275" cy="361950"/>
            <a:chOff x="0" y="0"/>
            <a:chExt cx="8550524" cy="362139"/>
          </a:xfrm>
        </p:grpSpPr>
        <p:sp>
          <p:nvSpPr>
            <p:cNvPr id="995" name="Google Shape;995;p80"/>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996" name="Google Shape;996;p80"/>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997" name="Google Shape;997;p80"/>
          <p:cNvGrpSpPr/>
          <p:nvPr/>
        </p:nvGrpSpPr>
        <p:grpSpPr>
          <a:xfrm>
            <a:off x="-31750" y="593074"/>
            <a:ext cx="5013325" cy="548371"/>
            <a:chOff x="171461" y="-8625"/>
            <a:chExt cx="3807076" cy="548625"/>
          </a:xfrm>
        </p:grpSpPr>
        <p:sp>
          <p:nvSpPr>
            <p:cNvPr id="998" name="Google Shape;998;p80"/>
            <p:cNvSpPr/>
            <p:nvPr/>
          </p:nvSpPr>
          <p:spPr>
            <a:xfrm flipH="1">
              <a:off x="171461"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Quick Question</a:t>
              </a:r>
              <a:endParaRPr b="1" i="0" sz="1800" u="none">
                <a:solidFill>
                  <a:srgbClr val="FFFFFF"/>
                </a:solidFill>
                <a:latin typeface="Calibri"/>
                <a:ea typeface="Calibri"/>
                <a:cs typeface="Calibri"/>
                <a:sym typeface="Calibri"/>
              </a:endParaRPr>
            </a:p>
          </p:txBody>
        </p:sp>
        <p:sp>
          <p:nvSpPr>
            <p:cNvPr id="999" name="Google Shape;999;p80"/>
            <p:cNvSpPr/>
            <p:nvPr/>
          </p:nvSpPr>
          <p:spPr>
            <a:xfrm flipH="1" rot="10800000">
              <a:off x="3438536" y="-8625"/>
              <a:ext cx="540001"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pic>
        <p:nvPicPr>
          <p:cNvPr id="1000" name="Google Shape;1000;p80"/>
          <p:cNvPicPr preferRelativeResize="0"/>
          <p:nvPr/>
        </p:nvPicPr>
        <p:blipFill rotWithShape="1">
          <a:blip r:embed="rId3">
            <a:alphaModFix/>
          </a:blip>
          <a:srcRect b="0" l="0" r="0" t="0"/>
          <a:stretch/>
        </p:blipFill>
        <p:spPr>
          <a:xfrm>
            <a:off x="5445228" y="1132824"/>
            <a:ext cx="3671578" cy="3671578"/>
          </a:xfrm>
          <a:prstGeom prst="rect">
            <a:avLst/>
          </a:prstGeom>
          <a:noFill/>
          <a:ln>
            <a:noFill/>
          </a:ln>
        </p:spPr>
      </p:pic>
      <p:sp>
        <p:nvSpPr>
          <p:cNvPr id="1001" name="Google Shape;1001;p80"/>
          <p:cNvSpPr/>
          <p:nvPr/>
        </p:nvSpPr>
        <p:spPr>
          <a:xfrm>
            <a:off x="1319735" y="2252263"/>
            <a:ext cx="7846695" cy="716350"/>
          </a:xfrm>
          <a:prstGeom prst="rect">
            <a:avLst/>
          </a:prstGeom>
          <a:noFill/>
          <a:ln>
            <a:noFill/>
          </a:ln>
        </p:spPr>
        <p:txBody>
          <a:bodyPr anchorCtr="0" anchor="t" bIns="45700" lIns="91425" spcFirstLastPara="1" rIns="91425" wrap="square" tIns="45700">
            <a:noAutofit/>
          </a:bodyPr>
          <a:lstStyle/>
          <a:p>
            <a:pPr indent="-285750" lvl="0" marL="285750" marR="0" rtl="0" algn="just">
              <a:lnSpc>
                <a:spcPct val="200000"/>
              </a:lnSpc>
              <a:spcBef>
                <a:spcPts val="0"/>
              </a:spcBef>
              <a:spcAft>
                <a:spcPts val="0"/>
              </a:spcAft>
              <a:buClr>
                <a:srgbClr val="6666FF"/>
              </a:buClr>
              <a:buSzPts val="2400"/>
              <a:buFont typeface="Arial"/>
              <a:buChar char="•"/>
            </a:pPr>
            <a:r>
              <a:rPr b="0" i="0" lang="en" sz="2400" u="none">
                <a:solidFill>
                  <a:srgbClr val="6666FF"/>
                </a:solidFill>
                <a:latin typeface="Arial"/>
                <a:ea typeface="Arial"/>
                <a:cs typeface="Arial"/>
                <a:sym typeface="Arial"/>
              </a:rPr>
              <a:t>How to make layouts?</a:t>
            </a:r>
            <a:endParaRPr b="0" i="0" sz="1800" u="none">
              <a:solidFill>
                <a:schemeClr val="dk1"/>
              </a:solidFill>
              <a:latin typeface="Arial"/>
              <a:ea typeface="Arial"/>
              <a:cs typeface="Arial"/>
              <a:sym typeface="Arial"/>
            </a:endParaRPr>
          </a:p>
        </p:txBody>
      </p:sp>
    </p:spTree>
  </p:cSld>
  <p:clrMapOvr>
    <a:masterClrMapping/>
  </p:clrMapOvr>
  <p:transition spd="slow">
    <p:push/>
  </p:transition>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p81"/>
          <p:cNvSpPr/>
          <p:nvPr/>
        </p:nvSpPr>
        <p:spPr>
          <a:xfrm flipH="1">
            <a:off x="593725" y="61220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007" name="Google Shape;1007;p81"/>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008" name="Google Shape;1008;p81"/>
          <p:cNvGrpSpPr/>
          <p:nvPr/>
        </p:nvGrpSpPr>
        <p:grpSpPr>
          <a:xfrm>
            <a:off x="593725" y="234950"/>
            <a:ext cx="8550275" cy="361950"/>
            <a:chOff x="0" y="0"/>
            <a:chExt cx="8550524" cy="362139"/>
          </a:xfrm>
        </p:grpSpPr>
        <p:sp>
          <p:nvSpPr>
            <p:cNvPr id="1009" name="Google Shape;1009;p81"/>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010" name="Google Shape;1010;p81"/>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011" name="Google Shape;1011;p81"/>
          <p:cNvGrpSpPr/>
          <p:nvPr/>
        </p:nvGrpSpPr>
        <p:grpSpPr>
          <a:xfrm>
            <a:off x="0" y="594995"/>
            <a:ext cx="3806825" cy="539750"/>
            <a:chOff x="0" y="0"/>
            <a:chExt cx="3807075" cy="540000"/>
          </a:xfrm>
        </p:grpSpPr>
        <p:sp>
          <p:nvSpPr>
            <p:cNvPr id="1012" name="Google Shape;1012;p81"/>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Flexbox</a:t>
              </a:r>
              <a:endParaRPr/>
            </a:p>
          </p:txBody>
        </p:sp>
        <p:sp>
          <p:nvSpPr>
            <p:cNvPr id="1013" name="Google Shape;1013;p81"/>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014" name="Google Shape;1014;p81"/>
          <p:cNvSpPr/>
          <p:nvPr/>
        </p:nvSpPr>
        <p:spPr>
          <a:xfrm>
            <a:off x="1297305" y="1397000"/>
            <a:ext cx="7846695" cy="1200329"/>
          </a:xfrm>
          <a:prstGeom prst="rect">
            <a:avLst/>
          </a:prstGeom>
          <a:noFill/>
          <a:ln>
            <a:noFill/>
          </a:ln>
        </p:spPr>
        <p:txBody>
          <a:bodyPr anchorCtr="0" anchor="t" bIns="45700" lIns="91425" spcFirstLastPara="1" rIns="91425" wrap="square" tIns="45700">
            <a:noAutofit/>
          </a:bodyPr>
          <a:lstStyle/>
          <a:p>
            <a:pPr indent="-171450" lvl="0" marL="1714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Flexbox is for </a:t>
            </a:r>
            <a:r>
              <a:rPr b="1" i="0" lang="en" sz="1600" u="none">
                <a:solidFill>
                  <a:schemeClr val="dk1"/>
                </a:solidFill>
              </a:rPr>
              <a:t>making structured layouts</a:t>
            </a:r>
            <a:r>
              <a:rPr b="0" i="0" lang="en" sz="1600" u="none">
                <a:solidFill>
                  <a:schemeClr val="dk1"/>
                </a:solidFill>
                <a:latin typeface="Arial"/>
                <a:ea typeface="Arial"/>
                <a:cs typeface="Arial"/>
                <a:sym typeface="Arial"/>
              </a:rPr>
              <a:t> for </a:t>
            </a:r>
            <a:r>
              <a:rPr b="1" i="0" lang="en" sz="1600" u="none">
                <a:solidFill>
                  <a:schemeClr val="dk1"/>
                </a:solidFill>
              </a:rPr>
              <a:t>arranging content in our web.</a:t>
            </a:r>
            <a:endParaRPr b="1"/>
          </a:p>
          <a:p>
            <a:pPr indent="-171450" lvl="0" marL="1714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It is just like a blueprint for a building.</a:t>
            </a:r>
            <a:endParaRPr/>
          </a:p>
          <a:p>
            <a:pPr indent="0" lvl="0" marL="0" marR="0" rtl="0" algn="just">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  </a:t>
            </a:r>
            <a:endParaRPr/>
          </a:p>
        </p:txBody>
      </p:sp>
      <p:pic>
        <p:nvPicPr>
          <p:cNvPr id="1015" name="Google Shape;1015;p81"/>
          <p:cNvPicPr preferRelativeResize="0"/>
          <p:nvPr/>
        </p:nvPicPr>
        <p:blipFill rotWithShape="1">
          <a:blip r:embed="rId3">
            <a:alphaModFix/>
          </a:blip>
          <a:srcRect b="8332" l="0" r="719" t="0"/>
          <a:stretch/>
        </p:blipFill>
        <p:spPr>
          <a:xfrm>
            <a:off x="1710737" y="2269554"/>
            <a:ext cx="6490288" cy="2788221"/>
          </a:xfrm>
          <a:prstGeom prst="rect">
            <a:avLst/>
          </a:prstGeom>
          <a:noFill/>
          <a:ln>
            <a:noFill/>
          </a:ln>
        </p:spPr>
      </p:pic>
    </p:spTree>
  </p:cSld>
  <p:clrMapOvr>
    <a:masterClrMapping/>
  </p:clrMapOvr>
  <p:transition spd="slow">
    <p:push/>
  </p:transition>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p82"/>
          <p:cNvSpPr/>
          <p:nvPr/>
        </p:nvSpPr>
        <p:spPr>
          <a:xfrm flipH="1">
            <a:off x="593725" y="61220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021" name="Google Shape;1021;p82"/>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022" name="Google Shape;1022;p82"/>
          <p:cNvGrpSpPr/>
          <p:nvPr/>
        </p:nvGrpSpPr>
        <p:grpSpPr>
          <a:xfrm>
            <a:off x="593725" y="234950"/>
            <a:ext cx="8550275" cy="361950"/>
            <a:chOff x="0" y="0"/>
            <a:chExt cx="8550524" cy="362139"/>
          </a:xfrm>
        </p:grpSpPr>
        <p:sp>
          <p:nvSpPr>
            <p:cNvPr id="1023" name="Google Shape;1023;p82"/>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024" name="Google Shape;1024;p82"/>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025" name="Google Shape;1025;p82"/>
          <p:cNvGrpSpPr/>
          <p:nvPr/>
        </p:nvGrpSpPr>
        <p:grpSpPr>
          <a:xfrm>
            <a:off x="0" y="594995"/>
            <a:ext cx="3806825" cy="539750"/>
            <a:chOff x="0" y="0"/>
            <a:chExt cx="3807075" cy="540000"/>
          </a:xfrm>
        </p:grpSpPr>
        <p:sp>
          <p:nvSpPr>
            <p:cNvPr id="1026" name="Google Shape;1026;p82"/>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Flexbox</a:t>
              </a:r>
              <a:endParaRPr/>
            </a:p>
          </p:txBody>
        </p:sp>
        <p:sp>
          <p:nvSpPr>
            <p:cNvPr id="1027" name="Google Shape;1027;p82"/>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028" name="Google Shape;1028;p82"/>
          <p:cNvSpPr/>
          <p:nvPr/>
        </p:nvSpPr>
        <p:spPr>
          <a:xfrm>
            <a:off x="1297305" y="1397000"/>
            <a:ext cx="7846695" cy="704488"/>
          </a:xfrm>
          <a:prstGeom prst="rect">
            <a:avLst/>
          </a:prstGeom>
          <a:noFill/>
          <a:ln>
            <a:noFill/>
          </a:ln>
        </p:spPr>
        <p:txBody>
          <a:bodyPr anchorCtr="0" anchor="t" bIns="45700" lIns="91425" spcFirstLastPara="1" rIns="91425" wrap="square" tIns="45700">
            <a:noAutofit/>
          </a:bodyPr>
          <a:lstStyle/>
          <a:p>
            <a:pPr indent="-171450" lvl="0" marL="1714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Flexbox is a flexible box that can be used to set up element with container.</a:t>
            </a:r>
            <a:endParaRPr/>
          </a:p>
          <a:p>
            <a:pPr indent="-95250" lvl="0" marL="171450" marR="0" rtl="0" algn="just">
              <a:lnSpc>
                <a:spcPct val="150000"/>
              </a:lnSpc>
              <a:spcBef>
                <a:spcPts val="0"/>
              </a:spcBef>
              <a:spcAft>
                <a:spcPts val="0"/>
              </a:spcAft>
              <a:buClr>
                <a:schemeClr val="dk1"/>
              </a:buClr>
              <a:buSzPts val="1200"/>
              <a:buFont typeface="Arial"/>
              <a:buNone/>
            </a:pPr>
            <a:r>
              <a:t/>
            </a:r>
            <a:endParaRPr b="0" i="0" sz="1200" u="none">
              <a:solidFill>
                <a:schemeClr val="dk1"/>
              </a:solidFill>
              <a:latin typeface="Arial"/>
              <a:ea typeface="Arial"/>
              <a:cs typeface="Arial"/>
              <a:sym typeface="Arial"/>
            </a:endParaRPr>
          </a:p>
        </p:txBody>
      </p:sp>
      <p:pic>
        <p:nvPicPr>
          <p:cNvPr id="1029" name="Google Shape;1029;p82"/>
          <p:cNvPicPr preferRelativeResize="0"/>
          <p:nvPr/>
        </p:nvPicPr>
        <p:blipFill rotWithShape="1">
          <a:blip r:embed="rId3">
            <a:alphaModFix/>
          </a:blip>
          <a:srcRect b="0" l="0" r="0" t="0"/>
          <a:stretch/>
        </p:blipFill>
        <p:spPr>
          <a:xfrm>
            <a:off x="1933206" y="2363743"/>
            <a:ext cx="5277587" cy="1895740"/>
          </a:xfrm>
          <a:prstGeom prst="rect">
            <a:avLst/>
          </a:prstGeom>
          <a:noFill/>
          <a:ln>
            <a:noFill/>
          </a:ln>
        </p:spPr>
      </p:pic>
    </p:spTree>
  </p:cSld>
  <p:clrMapOvr>
    <a:masterClrMapping/>
  </p:clrMapOvr>
  <p:transition spd="slow">
    <p:push/>
  </p:transition>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3" name="Shape 1033"/>
        <p:cNvGrpSpPr/>
        <p:nvPr/>
      </p:nvGrpSpPr>
      <p:grpSpPr>
        <a:xfrm>
          <a:off x="0" y="0"/>
          <a:ext cx="0" cy="0"/>
          <a:chOff x="0" y="0"/>
          <a:chExt cx="0" cy="0"/>
        </a:xfrm>
      </p:grpSpPr>
      <p:sp>
        <p:nvSpPr>
          <p:cNvPr id="1034" name="Google Shape;1034;p83"/>
          <p:cNvSpPr/>
          <p:nvPr/>
        </p:nvSpPr>
        <p:spPr>
          <a:xfrm flipH="1">
            <a:off x="593725" y="61220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035" name="Google Shape;1035;p83"/>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036" name="Google Shape;1036;p83"/>
          <p:cNvGrpSpPr/>
          <p:nvPr/>
        </p:nvGrpSpPr>
        <p:grpSpPr>
          <a:xfrm>
            <a:off x="593725" y="237958"/>
            <a:ext cx="8550275" cy="361950"/>
            <a:chOff x="0" y="0"/>
            <a:chExt cx="8550524" cy="362139"/>
          </a:xfrm>
        </p:grpSpPr>
        <p:sp>
          <p:nvSpPr>
            <p:cNvPr id="1037" name="Google Shape;1037;p83"/>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038" name="Google Shape;1038;p83"/>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039" name="Google Shape;1039;p83"/>
          <p:cNvGrpSpPr/>
          <p:nvPr/>
        </p:nvGrpSpPr>
        <p:grpSpPr>
          <a:xfrm>
            <a:off x="-31750" y="593074"/>
            <a:ext cx="5013325" cy="548371"/>
            <a:chOff x="171461" y="-8625"/>
            <a:chExt cx="3807076" cy="548625"/>
          </a:xfrm>
        </p:grpSpPr>
        <p:sp>
          <p:nvSpPr>
            <p:cNvPr id="1040" name="Google Shape;1040;p83"/>
            <p:cNvSpPr/>
            <p:nvPr/>
          </p:nvSpPr>
          <p:spPr>
            <a:xfrm flipH="1">
              <a:off x="171461"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Flexbox Properties</a:t>
              </a:r>
              <a:endParaRPr b="1" i="0" sz="1800" u="none">
                <a:solidFill>
                  <a:srgbClr val="FFFFFF"/>
                </a:solidFill>
                <a:latin typeface="Calibri"/>
                <a:ea typeface="Calibri"/>
                <a:cs typeface="Calibri"/>
                <a:sym typeface="Calibri"/>
              </a:endParaRPr>
            </a:p>
          </p:txBody>
        </p:sp>
        <p:sp>
          <p:nvSpPr>
            <p:cNvPr id="1041" name="Google Shape;1041;p83"/>
            <p:cNvSpPr/>
            <p:nvPr/>
          </p:nvSpPr>
          <p:spPr>
            <a:xfrm flipH="1" rot="10800000">
              <a:off x="3438536" y="-8625"/>
              <a:ext cx="540001"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042" name="Google Shape;1042;p83"/>
          <p:cNvSpPr/>
          <p:nvPr/>
        </p:nvSpPr>
        <p:spPr>
          <a:xfrm>
            <a:off x="1297305" y="1397000"/>
            <a:ext cx="7846695" cy="2481257"/>
          </a:xfrm>
          <a:prstGeom prst="rect">
            <a:avLst/>
          </a:prstGeom>
          <a:noFill/>
          <a:ln>
            <a:noFill/>
          </a:ln>
        </p:spPr>
        <p:txBody>
          <a:bodyPr anchorCtr="0" anchor="t" bIns="45700" lIns="91425" spcFirstLastPara="1" rIns="91425" wrap="square" tIns="45700">
            <a:noAutofit/>
          </a:bodyPr>
          <a:lstStyle/>
          <a:p>
            <a:pPr indent="-285750" lvl="0" marL="285750" marR="0" rtl="0" algn="just">
              <a:lnSpc>
                <a:spcPct val="200000"/>
              </a:lnSpc>
              <a:spcBef>
                <a:spcPts val="0"/>
              </a:spcBef>
              <a:spcAft>
                <a:spcPts val="0"/>
              </a:spcAft>
              <a:buClr>
                <a:schemeClr val="dk1"/>
              </a:buClr>
              <a:buSzPts val="1600"/>
              <a:buChar char="•"/>
            </a:pPr>
            <a:r>
              <a:rPr b="1" i="0" lang="en" sz="1600" u="none">
                <a:solidFill>
                  <a:schemeClr val="dk1"/>
                </a:solidFill>
              </a:rPr>
              <a:t>display : flex</a:t>
            </a:r>
            <a:endParaRPr b="1"/>
          </a:p>
          <a:p>
            <a:pPr indent="-285750" lvl="0" marL="285750" marR="0" rtl="0" algn="just">
              <a:lnSpc>
                <a:spcPct val="200000"/>
              </a:lnSpc>
              <a:spcBef>
                <a:spcPts val="0"/>
              </a:spcBef>
              <a:spcAft>
                <a:spcPts val="0"/>
              </a:spcAft>
              <a:buClr>
                <a:schemeClr val="dk1"/>
              </a:buClr>
              <a:buSzPts val="1600"/>
              <a:buFont typeface="Arial"/>
              <a:buChar char="•"/>
            </a:pPr>
            <a:r>
              <a:rPr b="1" i="0" lang="en" sz="1600" u="none">
                <a:solidFill>
                  <a:schemeClr val="dk1"/>
                </a:solidFill>
              </a:rPr>
              <a:t>flex-direction</a:t>
            </a:r>
            <a:r>
              <a:rPr b="0" i="0" lang="en" sz="1600" u="none">
                <a:solidFill>
                  <a:schemeClr val="dk1"/>
                </a:solidFill>
                <a:latin typeface="Arial"/>
                <a:ea typeface="Arial"/>
                <a:cs typeface="Arial"/>
                <a:sym typeface="Arial"/>
              </a:rPr>
              <a:t> : </a:t>
            </a:r>
            <a:r>
              <a:rPr b="1" i="0" lang="en" sz="1600" u="none">
                <a:solidFill>
                  <a:schemeClr val="dk1"/>
                </a:solidFill>
              </a:rPr>
              <a:t>row</a:t>
            </a:r>
            <a:r>
              <a:rPr b="0" i="0" lang="en" sz="1600" u="none">
                <a:solidFill>
                  <a:schemeClr val="dk1"/>
                </a:solidFill>
                <a:latin typeface="Arial"/>
                <a:ea typeface="Arial"/>
                <a:cs typeface="Arial"/>
                <a:sym typeface="Arial"/>
              </a:rPr>
              <a:t> | column | row-reverse | column-reverse</a:t>
            </a:r>
            <a:endParaRPr/>
          </a:p>
          <a:p>
            <a:pPr indent="-285750" lvl="0" marL="285750" marR="0" rtl="0" algn="just">
              <a:lnSpc>
                <a:spcPct val="200000"/>
              </a:lnSpc>
              <a:spcBef>
                <a:spcPts val="0"/>
              </a:spcBef>
              <a:spcAft>
                <a:spcPts val="0"/>
              </a:spcAft>
              <a:buClr>
                <a:schemeClr val="dk1"/>
              </a:buClr>
              <a:buSzPts val="1600"/>
              <a:buFont typeface="Arial"/>
              <a:buChar char="•"/>
            </a:pPr>
            <a:r>
              <a:rPr b="1" i="0" lang="en" sz="1600" u="none">
                <a:solidFill>
                  <a:schemeClr val="dk1"/>
                </a:solidFill>
              </a:rPr>
              <a:t>justify-content </a:t>
            </a:r>
            <a:r>
              <a:rPr b="0" i="0" lang="en" sz="1600" u="none">
                <a:solidFill>
                  <a:schemeClr val="dk1"/>
                </a:solidFill>
                <a:latin typeface="Arial"/>
                <a:ea typeface="Arial"/>
                <a:cs typeface="Arial"/>
                <a:sym typeface="Arial"/>
              </a:rPr>
              <a:t>: flex-start | flex-end | space-around | space-between | center</a:t>
            </a:r>
            <a:endParaRPr/>
          </a:p>
          <a:p>
            <a:pPr indent="-285750" lvl="0" marL="285750" marR="0" rtl="0" algn="just">
              <a:lnSpc>
                <a:spcPct val="200000"/>
              </a:lnSpc>
              <a:spcBef>
                <a:spcPts val="0"/>
              </a:spcBef>
              <a:spcAft>
                <a:spcPts val="0"/>
              </a:spcAft>
              <a:buClr>
                <a:schemeClr val="dk1"/>
              </a:buClr>
              <a:buSzPts val="1600"/>
              <a:buFont typeface="Arial"/>
              <a:buChar char="•"/>
            </a:pPr>
            <a:r>
              <a:rPr b="1" i="0" lang="en" sz="1600" u="none">
                <a:solidFill>
                  <a:schemeClr val="dk1"/>
                </a:solidFill>
              </a:rPr>
              <a:t>align-content </a:t>
            </a:r>
            <a:r>
              <a:rPr b="0" i="0" lang="en" sz="1600" u="none">
                <a:solidFill>
                  <a:schemeClr val="dk1"/>
                </a:solidFill>
                <a:latin typeface="Arial"/>
                <a:ea typeface="Arial"/>
                <a:cs typeface="Arial"/>
                <a:sym typeface="Arial"/>
              </a:rPr>
              <a:t>: flex-start | flex-end | space-around | space-between | center</a:t>
            </a:r>
            <a:endParaRPr/>
          </a:p>
        </p:txBody>
      </p:sp>
    </p:spTree>
  </p:cSld>
  <p:clrMapOvr>
    <a:masterClrMapping/>
  </p:clrMapOvr>
  <p:transition spd="slow">
    <p:push/>
  </p:transition>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p84"/>
          <p:cNvSpPr/>
          <p:nvPr/>
        </p:nvSpPr>
        <p:spPr>
          <a:xfrm flipH="1">
            <a:off x="593725" y="61220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048" name="Google Shape;1048;p84"/>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049" name="Google Shape;1049;p84"/>
          <p:cNvGrpSpPr/>
          <p:nvPr/>
        </p:nvGrpSpPr>
        <p:grpSpPr>
          <a:xfrm>
            <a:off x="593725" y="237958"/>
            <a:ext cx="8550275" cy="361950"/>
            <a:chOff x="0" y="0"/>
            <a:chExt cx="8550524" cy="362139"/>
          </a:xfrm>
        </p:grpSpPr>
        <p:sp>
          <p:nvSpPr>
            <p:cNvPr id="1050" name="Google Shape;1050;p84"/>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051" name="Google Shape;1051;p84"/>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052" name="Google Shape;1052;p84"/>
          <p:cNvGrpSpPr/>
          <p:nvPr/>
        </p:nvGrpSpPr>
        <p:grpSpPr>
          <a:xfrm>
            <a:off x="-31750" y="593074"/>
            <a:ext cx="5013325" cy="548371"/>
            <a:chOff x="171461" y="-8625"/>
            <a:chExt cx="3807076" cy="548625"/>
          </a:xfrm>
        </p:grpSpPr>
        <p:sp>
          <p:nvSpPr>
            <p:cNvPr id="1053" name="Google Shape;1053;p84"/>
            <p:cNvSpPr/>
            <p:nvPr/>
          </p:nvSpPr>
          <p:spPr>
            <a:xfrm flipH="1">
              <a:off x="171461"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How to use?</a:t>
              </a:r>
              <a:endParaRPr b="1" i="0" sz="1800" u="none">
                <a:solidFill>
                  <a:srgbClr val="FFFFFF"/>
                </a:solidFill>
                <a:latin typeface="Calibri"/>
                <a:ea typeface="Calibri"/>
                <a:cs typeface="Calibri"/>
                <a:sym typeface="Calibri"/>
              </a:endParaRPr>
            </a:p>
          </p:txBody>
        </p:sp>
        <p:sp>
          <p:nvSpPr>
            <p:cNvPr id="1054" name="Google Shape;1054;p84"/>
            <p:cNvSpPr/>
            <p:nvPr/>
          </p:nvSpPr>
          <p:spPr>
            <a:xfrm flipH="1" rot="10800000">
              <a:off x="3438536" y="-8625"/>
              <a:ext cx="540001"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pic>
        <p:nvPicPr>
          <p:cNvPr id="1055" name="Google Shape;1055;p84"/>
          <p:cNvPicPr preferRelativeResize="0"/>
          <p:nvPr/>
        </p:nvPicPr>
        <p:blipFill rotWithShape="1">
          <a:blip r:embed="rId3">
            <a:alphaModFix/>
          </a:blip>
          <a:srcRect b="0" l="0" r="0" t="0"/>
          <a:stretch/>
        </p:blipFill>
        <p:spPr>
          <a:xfrm>
            <a:off x="2719129" y="1775686"/>
            <a:ext cx="3705742" cy="2219635"/>
          </a:xfrm>
          <a:prstGeom prst="rect">
            <a:avLst/>
          </a:prstGeom>
          <a:noFill/>
          <a:ln>
            <a:noFill/>
          </a:ln>
        </p:spPr>
      </p:pic>
      <p:sp>
        <p:nvSpPr>
          <p:cNvPr id="1056" name="Google Shape;1056;p84"/>
          <p:cNvSpPr/>
          <p:nvPr/>
        </p:nvSpPr>
        <p:spPr>
          <a:xfrm>
            <a:off x="1297305" y="1397000"/>
            <a:ext cx="7846695" cy="508344"/>
          </a:xfrm>
          <a:prstGeom prst="rect">
            <a:avLst/>
          </a:prstGeom>
          <a:noFill/>
          <a:ln>
            <a:noFill/>
          </a:ln>
        </p:spPr>
        <p:txBody>
          <a:bodyPr anchorCtr="0" anchor="t" bIns="45700" lIns="91425" spcFirstLastPara="1" rIns="91425" wrap="square" tIns="45700">
            <a:noAutofit/>
          </a:bodyPr>
          <a:lstStyle/>
          <a:p>
            <a:pPr indent="-285750" lvl="0" marL="285750" marR="0" rtl="0" algn="just">
              <a:lnSpc>
                <a:spcPct val="20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Used for making the layout</a:t>
            </a:r>
            <a:endParaRPr/>
          </a:p>
        </p:txBody>
      </p:sp>
    </p:spTree>
  </p:cSld>
  <p:clrMapOvr>
    <a:masterClrMapping/>
  </p:clrMapOvr>
  <p:transition spd="slow">
    <p:push/>
  </p:transition>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sp>
        <p:nvSpPr>
          <p:cNvPr id="1061" name="Google Shape;1061;p85"/>
          <p:cNvSpPr/>
          <p:nvPr/>
        </p:nvSpPr>
        <p:spPr>
          <a:xfrm flipH="1">
            <a:off x="593725" y="61220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062" name="Google Shape;1062;p85"/>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063" name="Google Shape;1063;p85"/>
          <p:cNvGrpSpPr/>
          <p:nvPr/>
        </p:nvGrpSpPr>
        <p:grpSpPr>
          <a:xfrm>
            <a:off x="593725" y="237958"/>
            <a:ext cx="8550275" cy="361950"/>
            <a:chOff x="0" y="0"/>
            <a:chExt cx="8550524" cy="362139"/>
          </a:xfrm>
        </p:grpSpPr>
        <p:sp>
          <p:nvSpPr>
            <p:cNvPr id="1064" name="Google Shape;1064;p85"/>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065" name="Google Shape;1065;p85"/>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066" name="Google Shape;1066;p85"/>
          <p:cNvGrpSpPr/>
          <p:nvPr/>
        </p:nvGrpSpPr>
        <p:grpSpPr>
          <a:xfrm>
            <a:off x="-31750" y="593074"/>
            <a:ext cx="5013325" cy="548371"/>
            <a:chOff x="171461" y="-8625"/>
            <a:chExt cx="3807076" cy="548625"/>
          </a:xfrm>
        </p:grpSpPr>
        <p:sp>
          <p:nvSpPr>
            <p:cNvPr id="1067" name="Google Shape;1067;p85"/>
            <p:cNvSpPr/>
            <p:nvPr/>
          </p:nvSpPr>
          <p:spPr>
            <a:xfrm flipH="1">
              <a:off x="171461"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Direction</a:t>
              </a:r>
              <a:endParaRPr b="1" i="0" sz="1800" u="none">
                <a:solidFill>
                  <a:srgbClr val="FFFFFF"/>
                </a:solidFill>
                <a:latin typeface="Calibri"/>
                <a:ea typeface="Calibri"/>
                <a:cs typeface="Calibri"/>
                <a:sym typeface="Calibri"/>
              </a:endParaRPr>
            </a:p>
          </p:txBody>
        </p:sp>
        <p:sp>
          <p:nvSpPr>
            <p:cNvPr id="1068" name="Google Shape;1068;p85"/>
            <p:cNvSpPr/>
            <p:nvPr/>
          </p:nvSpPr>
          <p:spPr>
            <a:xfrm flipH="1" rot="10800000">
              <a:off x="3438536" y="-8625"/>
              <a:ext cx="540001"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pic>
        <p:nvPicPr>
          <p:cNvPr id="1069" name="Google Shape;1069;p85"/>
          <p:cNvPicPr preferRelativeResize="0"/>
          <p:nvPr/>
        </p:nvPicPr>
        <p:blipFill rotWithShape="1">
          <a:blip r:embed="rId3">
            <a:alphaModFix/>
          </a:blip>
          <a:srcRect b="0" l="0" r="0" t="0"/>
          <a:stretch/>
        </p:blipFill>
        <p:spPr>
          <a:xfrm>
            <a:off x="1075780" y="2350817"/>
            <a:ext cx="7811590" cy="1581371"/>
          </a:xfrm>
          <a:prstGeom prst="rect">
            <a:avLst/>
          </a:prstGeom>
          <a:noFill/>
          <a:ln>
            <a:noFill/>
          </a:ln>
        </p:spPr>
      </p:pic>
    </p:spTree>
  </p:cSld>
  <p:clrMapOvr>
    <a:masterClrMapping/>
  </p:clrMapOvr>
  <p:transition spd="slow">
    <p:push/>
  </p:transition>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3" name="Shape 1073"/>
        <p:cNvGrpSpPr/>
        <p:nvPr/>
      </p:nvGrpSpPr>
      <p:grpSpPr>
        <a:xfrm>
          <a:off x="0" y="0"/>
          <a:ext cx="0" cy="0"/>
          <a:chOff x="0" y="0"/>
          <a:chExt cx="0" cy="0"/>
        </a:xfrm>
      </p:grpSpPr>
      <p:sp>
        <p:nvSpPr>
          <p:cNvPr id="1074" name="Google Shape;1074;p86"/>
          <p:cNvSpPr/>
          <p:nvPr/>
        </p:nvSpPr>
        <p:spPr>
          <a:xfrm flipH="1">
            <a:off x="593725" y="61220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075" name="Google Shape;1075;p86"/>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076" name="Google Shape;1076;p86"/>
          <p:cNvGrpSpPr/>
          <p:nvPr/>
        </p:nvGrpSpPr>
        <p:grpSpPr>
          <a:xfrm>
            <a:off x="593725" y="237958"/>
            <a:ext cx="8550275" cy="361950"/>
            <a:chOff x="0" y="0"/>
            <a:chExt cx="8550524" cy="362139"/>
          </a:xfrm>
        </p:grpSpPr>
        <p:sp>
          <p:nvSpPr>
            <p:cNvPr id="1077" name="Google Shape;1077;p86"/>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078" name="Google Shape;1078;p86"/>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079" name="Google Shape;1079;p86"/>
          <p:cNvGrpSpPr/>
          <p:nvPr/>
        </p:nvGrpSpPr>
        <p:grpSpPr>
          <a:xfrm>
            <a:off x="-31750" y="593074"/>
            <a:ext cx="5013325" cy="548371"/>
            <a:chOff x="171461" y="-8625"/>
            <a:chExt cx="3807076" cy="548625"/>
          </a:xfrm>
        </p:grpSpPr>
        <p:sp>
          <p:nvSpPr>
            <p:cNvPr id="1080" name="Google Shape;1080;p86"/>
            <p:cNvSpPr/>
            <p:nvPr/>
          </p:nvSpPr>
          <p:spPr>
            <a:xfrm flipH="1">
              <a:off x="171461"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Direction</a:t>
              </a:r>
              <a:endParaRPr b="1" i="0" sz="1800" u="none">
                <a:solidFill>
                  <a:srgbClr val="FFFFFF"/>
                </a:solidFill>
                <a:latin typeface="Calibri"/>
                <a:ea typeface="Calibri"/>
                <a:cs typeface="Calibri"/>
                <a:sym typeface="Calibri"/>
              </a:endParaRPr>
            </a:p>
          </p:txBody>
        </p:sp>
        <p:sp>
          <p:nvSpPr>
            <p:cNvPr id="1081" name="Google Shape;1081;p86"/>
            <p:cNvSpPr/>
            <p:nvPr/>
          </p:nvSpPr>
          <p:spPr>
            <a:xfrm flipH="1" rot="10800000">
              <a:off x="3438536" y="-8625"/>
              <a:ext cx="540001"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pic>
        <p:nvPicPr>
          <p:cNvPr id="1082" name="Google Shape;1082;p86"/>
          <p:cNvPicPr preferRelativeResize="0"/>
          <p:nvPr/>
        </p:nvPicPr>
        <p:blipFill rotWithShape="1">
          <a:blip r:embed="rId3">
            <a:alphaModFix/>
          </a:blip>
          <a:srcRect b="0" l="0" r="0" t="0"/>
          <a:stretch/>
        </p:blipFill>
        <p:spPr>
          <a:xfrm>
            <a:off x="1026060" y="1607697"/>
            <a:ext cx="4810796" cy="2934109"/>
          </a:xfrm>
          <a:prstGeom prst="rect">
            <a:avLst/>
          </a:prstGeom>
          <a:noFill/>
          <a:ln>
            <a:noFill/>
          </a:ln>
        </p:spPr>
      </p:pic>
      <p:pic>
        <p:nvPicPr>
          <p:cNvPr id="1083" name="Google Shape;1083;p86"/>
          <p:cNvPicPr preferRelativeResize="0"/>
          <p:nvPr/>
        </p:nvPicPr>
        <p:blipFill rotWithShape="1">
          <a:blip r:embed="rId4">
            <a:alphaModFix/>
          </a:blip>
          <a:srcRect b="1" l="0" r="0" t="684"/>
          <a:stretch/>
        </p:blipFill>
        <p:spPr>
          <a:xfrm>
            <a:off x="5908828" y="1533832"/>
            <a:ext cx="3048425" cy="3103237"/>
          </a:xfrm>
          <a:prstGeom prst="rect">
            <a:avLst/>
          </a:prstGeom>
          <a:noFill/>
          <a:ln>
            <a:noFill/>
          </a:ln>
        </p:spPr>
      </p:pic>
    </p:spTree>
  </p:cSld>
  <p:clrMapOvr>
    <a:masterClrMapping/>
  </p:clrMapOvr>
  <p:transition spd="slow">
    <p:push/>
  </p:transition>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p87"/>
          <p:cNvSpPr/>
          <p:nvPr/>
        </p:nvSpPr>
        <p:spPr>
          <a:xfrm flipH="1">
            <a:off x="593725" y="61220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089" name="Google Shape;1089;p87"/>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090" name="Google Shape;1090;p87"/>
          <p:cNvGrpSpPr/>
          <p:nvPr/>
        </p:nvGrpSpPr>
        <p:grpSpPr>
          <a:xfrm>
            <a:off x="593725" y="237958"/>
            <a:ext cx="8550275" cy="361950"/>
            <a:chOff x="0" y="0"/>
            <a:chExt cx="8550524" cy="362139"/>
          </a:xfrm>
        </p:grpSpPr>
        <p:sp>
          <p:nvSpPr>
            <p:cNvPr id="1091" name="Google Shape;1091;p87"/>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092" name="Google Shape;1092;p87"/>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093" name="Google Shape;1093;p87"/>
          <p:cNvGrpSpPr/>
          <p:nvPr/>
        </p:nvGrpSpPr>
        <p:grpSpPr>
          <a:xfrm>
            <a:off x="-31750" y="593074"/>
            <a:ext cx="5013325" cy="548371"/>
            <a:chOff x="171461" y="-8625"/>
            <a:chExt cx="3807076" cy="548625"/>
          </a:xfrm>
        </p:grpSpPr>
        <p:sp>
          <p:nvSpPr>
            <p:cNvPr id="1094" name="Google Shape;1094;p87"/>
            <p:cNvSpPr/>
            <p:nvPr/>
          </p:nvSpPr>
          <p:spPr>
            <a:xfrm flipH="1">
              <a:off x="171461"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Wrap</a:t>
              </a:r>
              <a:endParaRPr b="1" i="0" sz="1800" u="none">
                <a:solidFill>
                  <a:srgbClr val="FFFFFF"/>
                </a:solidFill>
                <a:latin typeface="Calibri"/>
                <a:ea typeface="Calibri"/>
                <a:cs typeface="Calibri"/>
                <a:sym typeface="Calibri"/>
              </a:endParaRPr>
            </a:p>
          </p:txBody>
        </p:sp>
        <p:sp>
          <p:nvSpPr>
            <p:cNvPr id="1095" name="Google Shape;1095;p87"/>
            <p:cNvSpPr/>
            <p:nvPr/>
          </p:nvSpPr>
          <p:spPr>
            <a:xfrm flipH="1" rot="10800000">
              <a:off x="3438536" y="-8625"/>
              <a:ext cx="540001"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096" name="Google Shape;1096;p87"/>
          <p:cNvSpPr/>
          <p:nvPr/>
        </p:nvSpPr>
        <p:spPr>
          <a:xfrm>
            <a:off x="1297305" y="1275964"/>
            <a:ext cx="7846695" cy="508344"/>
          </a:xfrm>
          <a:prstGeom prst="rect">
            <a:avLst/>
          </a:prstGeom>
          <a:noFill/>
          <a:ln>
            <a:noFill/>
          </a:ln>
        </p:spPr>
        <p:txBody>
          <a:bodyPr anchorCtr="0" anchor="t" bIns="45700" lIns="91425" spcFirstLastPara="1" rIns="91425" wrap="square" tIns="45700">
            <a:noAutofit/>
          </a:bodyPr>
          <a:lstStyle/>
          <a:p>
            <a:pPr indent="-285750" lvl="0" marL="285750" marR="0" rtl="0" algn="just">
              <a:lnSpc>
                <a:spcPct val="20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For wrapping the elements</a:t>
            </a:r>
            <a:endParaRPr/>
          </a:p>
        </p:txBody>
      </p:sp>
      <p:pic>
        <p:nvPicPr>
          <p:cNvPr id="1097" name="Google Shape;1097;p87"/>
          <p:cNvPicPr preferRelativeResize="0"/>
          <p:nvPr/>
        </p:nvPicPr>
        <p:blipFill rotWithShape="1">
          <a:blip r:embed="rId3">
            <a:alphaModFix/>
          </a:blip>
          <a:srcRect b="0" l="0" r="0" t="0"/>
          <a:stretch/>
        </p:blipFill>
        <p:spPr>
          <a:xfrm>
            <a:off x="1580732" y="2140334"/>
            <a:ext cx="5982535" cy="2019582"/>
          </a:xfrm>
          <a:prstGeom prst="rect">
            <a:avLst/>
          </a:prstGeom>
          <a:noFill/>
          <a:ln>
            <a:noFill/>
          </a:ln>
        </p:spPr>
      </p:pic>
    </p:spTree>
  </p:cSld>
  <p:clrMapOvr>
    <a:masterClrMapping/>
  </p:clrMapOvr>
  <p:transition spd="slow">
    <p:push/>
  </p:transition>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p88"/>
          <p:cNvSpPr/>
          <p:nvPr/>
        </p:nvSpPr>
        <p:spPr>
          <a:xfrm flipH="1">
            <a:off x="593725" y="61220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103" name="Google Shape;1103;p88"/>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104" name="Google Shape;1104;p88"/>
          <p:cNvGrpSpPr/>
          <p:nvPr/>
        </p:nvGrpSpPr>
        <p:grpSpPr>
          <a:xfrm>
            <a:off x="593725" y="237958"/>
            <a:ext cx="8550275" cy="361950"/>
            <a:chOff x="0" y="0"/>
            <a:chExt cx="8550524" cy="362139"/>
          </a:xfrm>
        </p:grpSpPr>
        <p:sp>
          <p:nvSpPr>
            <p:cNvPr id="1105" name="Google Shape;1105;p88"/>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106" name="Google Shape;1106;p88"/>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107" name="Google Shape;1107;p88"/>
          <p:cNvGrpSpPr/>
          <p:nvPr/>
        </p:nvGrpSpPr>
        <p:grpSpPr>
          <a:xfrm>
            <a:off x="-31750" y="593074"/>
            <a:ext cx="5013325" cy="548371"/>
            <a:chOff x="171461" y="-8625"/>
            <a:chExt cx="3807076" cy="548625"/>
          </a:xfrm>
        </p:grpSpPr>
        <p:sp>
          <p:nvSpPr>
            <p:cNvPr id="1108" name="Google Shape;1108;p88"/>
            <p:cNvSpPr/>
            <p:nvPr/>
          </p:nvSpPr>
          <p:spPr>
            <a:xfrm flipH="1">
              <a:off x="171461"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Wrapping</a:t>
              </a:r>
              <a:endParaRPr b="1" i="0" sz="1800" u="none">
                <a:solidFill>
                  <a:srgbClr val="FFFFFF"/>
                </a:solidFill>
                <a:latin typeface="Calibri"/>
                <a:ea typeface="Calibri"/>
                <a:cs typeface="Calibri"/>
                <a:sym typeface="Calibri"/>
              </a:endParaRPr>
            </a:p>
          </p:txBody>
        </p:sp>
        <p:sp>
          <p:nvSpPr>
            <p:cNvPr id="1109" name="Google Shape;1109;p88"/>
            <p:cNvSpPr/>
            <p:nvPr/>
          </p:nvSpPr>
          <p:spPr>
            <a:xfrm flipH="1" rot="10800000">
              <a:off x="3438536" y="-8625"/>
              <a:ext cx="540001"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pic>
        <p:nvPicPr>
          <p:cNvPr id="1110" name="Google Shape;1110;p88"/>
          <p:cNvPicPr preferRelativeResize="0"/>
          <p:nvPr/>
        </p:nvPicPr>
        <p:blipFill rotWithShape="1">
          <a:blip r:embed="rId3">
            <a:alphaModFix/>
          </a:blip>
          <a:srcRect b="0" l="0" r="0" t="0"/>
          <a:stretch/>
        </p:blipFill>
        <p:spPr>
          <a:xfrm>
            <a:off x="2563575" y="1402948"/>
            <a:ext cx="4124901" cy="3477110"/>
          </a:xfrm>
          <a:prstGeom prst="rect">
            <a:avLst/>
          </a:prstGeom>
          <a:noFill/>
          <a:ln>
            <a:noFill/>
          </a:ln>
        </p:spPr>
      </p:pic>
    </p:spTree>
  </p:cSld>
  <p:clrMapOvr>
    <a:masterClrMapping/>
  </p:clrMapOvr>
  <p:transition spd="slow">
    <p:push/>
  </p:transition>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4" name="Shape 1114"/>
        <p:cNvGrpSpPr/>
        <p:nvPr/>
      </p:nvGrpSpPr>
      <p:grpSpPr>
        <a:xfrm>
          <a:off x="0" y="0"/>
          <a:ext cx="0" cy="0"/>
          <a:chOff x="0" y="0"/>
          <a:chExt cx="0" cy="0"/>
        </a:xfrm>
      </p:grpSpPr>
      <p:sp>
        <p:nvSpPr>
          <p:cNvPr id="1115" name="Google Shape;1115;p89"/>
          <p:cNvSpPr/>
          <p:nvPr/>
        </p:nvSpPr>
        <p:spPr>
          <a:xfrm flipH="1">
            <a:off x="593725" y="61220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116" name="Google Shape;1116;p89"/>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117" name="Google Shape;1117;p89"/>
          <p:cNvGrpSpPr/>
          <p:nvPr/>
        </p:nvGrpSpPr>
        <p:grpSpPr>
          <a:xfrm>
            <a:off x="593725" y="237958"/>
            <a:ext cx="8550275" cy="361950"/>
            <a:chOff x="0" y="0"/>
            <a:chExt cx="8550524" cy="362139"/>
          </a:xfrm>
        </p:grpSpPr>
        <p:sp>
          <p:nvSpPr>
            <p:cNvPr id="1118" name="Google Shape;1118;p89"/>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119" name="Google Shape;1119;p89"/>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120" name="Google Shape;1120;p89"/>
          <p:cNvGrpSpPr/>
          <p:nvPr/>
        </p:nvGrpSpPr>
        <p:grpSpPr>
          <a:xfrm>
            <a:off x="-31750" y="593074"/>
            <a:ext cx="5013325" cy="548371"/>
            <a:chOff x="171461" y="-8625"/>
            <a:chExt cx="3807076" cy="548625"/>
          </a:xfrm>
        </p:grpSpPr>
        <p:sp>
          <p:nvSpPr>
            <p:cNvPr id="1121" name="Google Shape;1121;p89"/>
            <p:cNvSpPr/>
            <p:nvPr/>
          </p:nvSpPr>
          <p:spPr>
            <a:xfrm flipH="1">
              <a:off x="171461"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Justify Content</a:t>
              </a:r>
              <a:endParaRPr b="1" i="0" sz="1800" u="none">
                <a:solidFill>
                  <a:srgbClr val="FFFFFF"/>
                </a:solidFill>
                <a:latin typeface="Calibri"/>
                <a:ea typeface="Calibri"/>
                <a:cs typeface="Calibri"/>
                <a:sym typeface="Calibri"/>
              </a:endParaRPr>
            </a:p>
          </p:txBody>
        </p:sp>
        <p:sp>
          <p:nvSpPr>
            <p:cNvPr id="1122" name="Google Shape;1122;p89"/>
            <p:cNvSpPr/>
            <p:nvPr/>
          </p:nvSpPr>
          <p:spPr>
            <a:xfrm flipH="1" rot="10800000">
              <a:off x="3438536" y="-8625"/>
              <a:ext cx="540001"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123" name="Google Shape;1123;p89"/>
          <p:cNvSpPr/>
          <p:nvPr/>
        </p:nvSpPr>
        <p:spPr>
          <a:xfrm>
            <a:off x="1297305" y="1275964"/>
            <a:ext cx="7846695" cy="508344"/>
          </a:xfrm>
          <a:prstGeom prst="rect">
            <a:avLst/>
          </a:prstGeom>
          <a:noFill/>
          <a:ln>
            <a:noFill/>
          </a:ln>
        </p:spPr>
        <p:txBody>
          <a:bodyPr anchorCtr="0" anchor="t" bIns="45700" lIns="91425" spcFirstLastPara="1" rIns="91425" wrap="square" tIns="45700">
            <a:noAutofit/>
          </a:bodyPr>
          <a:lstStyle/>
          <a:p>
            <a:pPr indent="-285750" lvl="0" marL="285750" marR="0" rtl="0" algn="just">
              <a:lnSpc>
                <a:spcPct val="20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For justifying or aligning the content </a:t>
            </a:r>
            <a:r>
              <a:rPr b="1" i="0" lang="en" sz="1600" u="none">
                <a:solidFill>
                  <a:schemeClr val="dk1"/>
                </a:solidFill>
              </a:rPr>
              <a:t>horizontally</a:t>
            </a:r>
            <a:r>
              <a:rPr b="0" i="0" lang="en" sz="1600" u="none">
                <a:solidFill>
                  <a:schemeClr val="dk1"/>
                </a:solidFill>
                <a:latin typeface="Arial"/>
                <a:ea typeface="Arial"/>
                <a:cs typeface="Arial"/>
                <a:sym typeface="Arial"/>
              </a:rPr>
              <a:t>. (ROW)</a:t>
            </a:r>
            <a:endParaRPr b="0" i="0" sz="1600" u="none">
              <a:solidFill>
                <a:schemeClr val="dk1"/>
              </a:solidFill>
              <a:latin typeface="Arial"/>
              <a:ea typeface="Arial"/>
              <a:cs typeface="Arial"/>
              <a:sym typeface="Arial"/>
            </a:endParaRPr>
          </a:p>
          <a:p>
            <a:pPr indent="-330200" lvl="0" marL="457200" rtl="0" algn="just">
              <a:lnSpc>
                <a:spcPct val="200000"/>
              </a:lnSpc>
              <a:spcBef>
                <a:spcPts val="0"/>
              </a:spcBef>
              <a:spcAft>
                <a:spcPts val="0"/>
              </a:spcAft>
              <a:buClr>
                <a:schemeClr val="dk1"/>
              </a:buClr>
              <a:buSzPts val="1600"/>
              <a:buChar char="•"/>
            </a:pPr>
            <a:r>
              <a:rPr lang="en" sz="1600">
                <a:solidFill>
                  <a:schemeClr val="dk1"/>
                </a:solidFill>
              </a:rPr>
              <a:t>For justifying or aligning the content </a:t>
            </a:r>
            <a:r>
              <a:rPr b="1" lang="en" sz="1600">
                <a:solidFill>
                  <a:schemeClr val="dk1"/>
                </a:solidFill>
              </a:rPr>
              <a:t>Vertically</a:t>
            </a:r>
            <a:r>
              <a:rPr lang="en" sz="1600">
                <a:solidFill>
                  <a:schemeClr val="dk1"/>
                </a:solidFill>
              </a:rPr>
              <a:t>. (col)</a:t>
            </a:r>
            <a:endParaRPr>
              <a:solidFill>
                <a:schemeClr val="dk1"/>
              </a:solidFill>
            </a:endParaRPr>
          </a:p>
          <a:p>
            <a:pPr indent="0" lvl="0" marL="457200" marR="0" rtl="0" algn="just">
              <a:lnSpc>
                <a:spcPct val="200000"/>
              </a:lnSpc>
              <a:spcBef>
                <a:spcPts val="0"/>
              </a:spcBef>
              <a:spcAft>
                <a:spcPts val="0"/>
              </a:spcAft>
              <a:buNone/>
            </a:pPr>
            <a:r>
              <a:t/>
            </a:r>
            <a:endParaRPr sz="1600">
              <a:solidFill>
                <a:schemeClr val="dk1"/>
              </a:solidFill>
            </a:endParaRPr>
          </a:p>
        </p:txBody>
      </p:sp>
      <p:pic>
        <p:nvPicPr>
          <p:cNvPr id="1124" name="Google Shape;1124;p89"/>
          <p:cNvPicPr preferRelativeResize="0"/>
          <p:nvPr/>
        </p:nvPicPr>
        <p:blipFill rotWithShape="1">
          <a:blip r:embed="rId3">
            <a:alphaModFix/>
          </a:blip>
          <a:srcRect b="0" l="0" r="0" t="0"/>
          <a:stretch/>
        </p:blipFill>
        <p:spPr>
          <a:xfrm>
            <a:off x="1143062" y="2730684"/>
            <a:ext cx="7811590" cy="1019317"/>
          </a:xfrm>
          <a:prstGeom prst="rect">
            <a:avLst/>
          </a:prstGeom>
          <a:noFill/>
          <a:ln>
            <a:noFill/>
          </a:ln>
        </p:spPr>
      </p:pic>
    </p:spTree>
  </p:cSld>
  <p:clrMapOvr>
    <a:masterClrMapping/>
  </p:clrMapOvr>
  <p:transition spd="slow">
    <p:push/>
  </p:transition>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8" name="Shape 1128"/>
        <p:cNvGrpSpPr/>
        <p:nvPr/>
      </p:nvGrpSpPr>
      <p:grpSpPr>
        <a:xfrm>
          <a:off x="0" y="0"/>
          <a:ext cx="0" cy="0"/>
          <a:chOff x="0" y="0"/>
          <a:chExt cx="0" cy="0"/>
        </a:xfrm>
      </p:grpSpPr>
      <p:sp>
        <p:nvSpPr>
          <p:cNvPr id="1129" name="Google Shape;1129;p90"/>
          <p:cNvSpPr/>
          <p:nvPr/>
        </p:nvSpPr>
        <p:spPr>
          <a:xfrm flipH="1">
            <a:off x="593725" y="61220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130" name="Google Shape;1130;p90"/>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131" name="Google Shape;1131;p90"/>
          <p:cNvGrpSpPr/>
          <p:nvPr/>
        </p:nvGrpSpPr>
        <p:grpSpPr>
          <a:xfrm>
            <a:off x="593725" y="237958"/>
            <a:ext cx="8550275" cy="361950"/>
            <a:chOff x="0" y="0"/>
            <a:chExt cx="8550524" cy="362139"/>
          </a:xfrm>
        </p:grpSpPr>
        <p:sp>
          <p:nvSpPr>
            <p:cNvPr id="1132" name="Google Shape;1132;p90"/>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133" name="Google Shape;1133;p90"/>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134" name="Google Shape;1134;p90"/>
          <p:cNvGrpSpPr/>
          <p:nvPr/>
        </p:nvGrpSpPr>
        <p:grpSpPr>
          <a:xfrm>
            <a:off x="-31750" y="593074"/>
            <a:ext cx="5013325" cy="548371"/>
            <a:chOff x="171461" y="-8625"/>
            <a:chExt cx="3807076" cy="548625"/>
          </a:xfrm>
        </p:grpSpPr>
        <p:sp>
          <p:nvSpPr>
            <p:cNvPr id="1135" name="Google Shape;1135;p90"/>
            <p:cNvSpPr/>
            <p:nvPr/>
          </p:nvSpPr>
          <p:spPr>
            <a:xfrm flipH="1">
              <a:off x="171461"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Justify Content</a:t>
              </a:r>
              <a:endParaRPr b="1" i="0" sz="1800" u="none">
                <a:solidFill>
                  <a:srgbClr val="FFFFFF"/>
                </a:solidFill>
                <a:latin typeface="Calibri"/>
                <a:ea typeface="Calibri"/>
                <a:cs typeface="Calibri"/>
                <a:sym typeface="Calibri"/>
              </a:endParaRPr>
            </a:p>
          </p:txBody>
        </p:sp>
        <p:sp>
          <p:nvSpPr>
            <p:cNvPr id="1136" name="Google Shape;1136;p90"/>
            <p:cNvSpPr/>
            <p:nvPr/>
          </p:nvSpPr>
          <p:spPr>
            <a:xfrm flipH="1" rot="10800000">
              <a:off x="3438536" y="-8625"/>
              <a:ext cx="540001"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pic>
        <p:nvPicPr>
          <p:cNvPr id="1137" name="Google Shape;1137;p90"/>
          <p:cNvPicPr preferRelativeResize="0"/>
          <p:nvPr/>
        </p:nvPicPr>
        <p:blipFill rotWithShape="1">
          <a:blip r:embed="rId3">
            <a:alphaModFix/>
          </a:blip>
          <a:srcRect b="0" l="0" r="0" t="0"/>
          <a:stretch/>
        </p:blipFill>
        <p:spPr>
          <a:xfrm>
            <a:off x="1169118" y="1299462"/>
            <a:ext cx="7335274" cy="3429479"/>
          </a:xfrm>
          <a:prstGeom prst="rect">
            <a:avLst/>
          </a:prstGeom>
          <a:noFill/>
          <a:ln>
            <a:noFill/>
          </a:ln>
        </p:spPr>
      </p:pic>
    </p:spTree>
  </p:cSld>
  <p:clrMapOvr>
    <a:masterClrMapping/>
  </p:clrMapOvr>
  <p:transition spd="slow">
    <p:push/>
  </p:transition>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sp>
        <p:nvSpPr>
          <p:cNvPr id="1142" name="Google Shape;1142;p91"/>
          <p:cNvSpPr/>
          <p:nvPr/>
        </p:nvSpPr>
        <p:spPr>
          <a:xfrm flipH="1">
            <a:off x="593725" y="61220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143" name="Google Shape;1143;p91"/>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144" name="Google Shape;1144;p91"/>
          <p:cNvGrpSpPr/>
          <p:nvPr/>
        </p:nvGrpSpPr>
        <p:grpSpPr>
          <a:xfrm>
            <a:off x="593725" y="237958"/>
            <a:ext cx="8550275" cy="361950"/>
            <a:chOff x="0" y="0"/>
            <a:chExt cx="8550524" cy="362139"/>
          </a:xfrm>
        </p:grpSpPr>
        <p:sp>
          <p:nvSpPr>
            <p:cNvPr id="1145" name="Google Shape;1145;p91"/>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146" name="Google Shape;1146;p91"/>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147" name="Google Shape;1147;p91"/>
          <p:cNvGrpSpPr/>
          <p:nvPr/>
        </p:nvGrpSpPr>
        <p:grpSpPr>
          <a:xfrm>
            <a:off x="-31750" y="593074"/>
            <a:ext cx="5013325" cy="548371"/>
            <a:chOff x="171461" y="-8625"/>
            <a:chExt cx="3807076" cy="548625"/>
          </a:xfrm>
        </p:grpSpPr>
        <p:sp>
          <p:nvSpPr>
            <p:cNvPr id="1148" name="Google Shape;1148;p91"/>
            <p:cNvSpPr/>
            <p:nvPr/>
          </p:nvSpPr>
          <p:spPr>
            <a:xfrm flipH="1">
              <a:off x="171461"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Align Items</a:t>
              </a:r>
              <a:endParaRPr b="1" i="0" sz="1800" u="none">
                <a:solidFill>
                  <a:srgbClr val="FFFFFF"/>
                </a:solidFill>
                <a:latin typeface="Calibri"/>
                <a:ea typeface="Calibri"/>
                <a:cs typeface="Calibri"/>
                <a:sym typeface="Calibri"/>
              </a:endParaRPr>
            </a:p>
          </p:txBody>
        </p:sp>
        <p:sp>
          <p:nvSpPr>
            <p:cNvPr id="1149" name="Google Shape;1149;p91"/>
            <p:cNvSpPr/>
            <p:nvPr/>
          </p:nvSpPr>
          <p:spPr>
            <a:xfrm flipH="1" rot="10800000">
              <a:off x="3438536" y="-8625"/>
              <a:ext cx="540001"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150" name="Google Shape;1150;p91"/>
          <p:cNvSpPr/>
          <p:nvPr/>
        </p:nvSpPr>
        <p:spPr>
          <a:xfrm>
            <a:off x="1297305" y="1275964"/>
            <a:ext cx="7846695" cy="508344"/>
          </a:xfrm>
          <a:prstGeom prst="rect">
            <a:avLst/>
          </a:prstGeom>
          <a:noFill/>
          <a:ln>
            <a:noFill/>
          </a:ln>
        </p:spPr>
        <p:txBody>
          <a:bodyPr anchorCtr="0" anchor="t" bIns="45700" lIns="91425" spcFirstLastPara="1" rIns="91425" wrap="square" tIns="45700">
            <a:noAutofit/>
          </a:bodyPr>
          <a:lstStyle/>
          <a:p>
            <a:pPr indent="-285750" lvl="0" marL="285750" marR="0" rtl="0" algn="just">
              <a:lnSpc>
                <a:spcPct val="20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For justifying or aligning the content </a:t>
            </a:r>
            <a:r>
              <a:rPr b="1" i="0" lang="en" sz="1600" u="none">
                <a:solidFill>
                  <a:schemeClr val="dk1"/>
                </a:solidFill>
              </a:rPr>
              <a:t>vertically</a:t>
            </a:r>
            <a:r>
              <a:rPr b="0" i="0" lang="en" sz="1600" u="none">
                <a:solidFill>
                  <a:schemeClr val="dk1"/>
                </a:solidFill>
                <a:latin typeface="Arial"/>
                <a:ea typeface="Arial"/>
                <a:cs typeface="Arial"/>
                <a:sym typeface="Arial"/>
              </a:rPr>
              <a:t>.</a:t>
            </a:r>
            <a:endParaRPr/>
          </a:p>
        </p:txBody>
      </p:sp>
      <p:pic>
        <p:nvPicPr>
          <p:cNvPr id="1151" name="Google Shape;1151;p91"/>
          <p:cNvPicPr preferRelativeResize="0"/>
          <p:nvPr/>
        </p:nvPicPr>
        <p:blipFill rotWithShape="1">
          <a:blip r:embed="rId3">
            <a:alphaModFix/>
          </a:blip>
          <a:srcRect b="0" l="0" r="0" t="0"/>
          <a:stretch/>
        </p:blipFill>
        <p:spPr>
          <a:xfrm>
            <a:off x="1114483" y="2274607"/>
            <a:ext cx="7868748" cy="1733792"/>
          </a:xfrm>
          <a:prstGeom prst="rect">
            <a:avLst/>
          </a:prstGeom>
          <a:noFill/>
          <a:ln>
            <a:noFill/>
          </a:ln>
        </p:spPr>
      </p:pic>
    </p:spTree>
  </p:cSld>
  <p:clrMapOvr>
    <a:masterClrMapping/>
  </p:clrMapOvr>
  <p:transition spd="slow">
    <p:push/>
  </p:transition>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Google Shape;1156;p92"/>
          <p:cNvSpPr/>
          <p:nvPr/>
        </p:nvSpPr>
        <p:spPr>
          <a:xfrm flipH="1">
            <a:off x="593725" y="61220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157" name="Google Shape;1157;p92"/>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158" name="Google Shape;1158;p92"/>
          <p:cNvGrpSpPr/>
          <p:nvPr/>
        </p:nvGrpSpPr>
        <p:grpSpPr>
          <a:xfrm>
            <a:off x="593725" y="237958"/>
            <a:ext cx="8550275" cy="361950"/>
            <a:chOff x="0" y="0"/>
            <a:chExt cx="8550524" cy="362139"/>
          </a:xfrm>
        </p:grpSpPr>
        <p:sp>
          <p:nvSpPr>
            <p:cNvPr id="1159" name="Google Shape;1159;p92"/>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160" name="Google Shape;1160;p92"/>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161" name="Google Shape;1161;p92"/>
          <p:cNvGrpSpPr/>
          <p:nvPr/>
        </p:nvGrpSpPr>
        <p:grpSpPr>
          <a:xfrm>
            <a:off x="-31750" y="593074"/>
            <a:ext cx="5013325" cy="548371"/>
            <a:chOff x="171461" y="-8625"/>
            <a:chExt cx="3807076" cy="548625"/>
          </a:xfrm>
        </p:grpSpPr>
        <p:sp>
          <p:nvSpPr>
            <p:cNvPr id="1162" name="Google Shape;1162;p92"/>
            <p:cNvSpPr/>
            <p:nvPr/>
          </p:nvSpPr>
          <p:spPr>
            <a:xfrm flipH="1">
              <a:off x="171461"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Align Items</a:t>
              </a:r>
              <a:endParaRPr b="1" i="0" sz="1800" u="none">
                <a:solidFill>
                  <a:srgbClr val="FFFFFF"/>
                </a:solidFill>
                <a:latin typeface="Calibri"/>
                <a:ea typeface="Calibri"/>
                <a:cs typeface="Calibri"/>
                <a:sym typeface="Calibri"/>
              </a:endParaRPr>
            </a:p>
          </p:txBody>
        </p:sp>
        <p:sp>
          <p:nvSpPr>
            <p:cNvPr id="1163" name="Google Shape;1163;p92"/>
            <p:cNvSpPr/>
            <p:nvPr/>
          </p:nvSpPr>
          <p:spPr>
            <a:xfrm flipH="1" rot="10800000">
              <a:off x="3438536" y="-8625"/>
              <a:ext cx="540001"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pic>
        <p:nvPicPr>
          <p:cNvPr id="1164" name="Google Shape;1164;p92"/>
          <p:cNvPicPr preferRelativeResize="0"/>
          <p:nvPr/>
        </p:nvPicPr>
        <p:blipFill rotWithShape="1">
          <a:blip r:embed="rId3">
            <a:alphaModFix/>
          </a:blip>
          <a:srcRect b="0" l="0" r="0" t="1792"/>
          <a:stretch/>
        </p:blipFill>
        <p:spPr>
          <a:xfrm>
            <a:off x="1165429" y="1671484"/>
            <a:ext cx="7766855" cy="3012251"/>
          </a:xfrm>
          <a:prstGeom prst="rect">
            <a:avLst/>
          </a:prstGeom>
          <a:noFill/>
          <a:ln>
            <a:noFill/>
          </a:ln>
        </p:spPr>
      </p:pic>
    </p:spTree>
  </p:cSld>
  <p:clrMapOvr>
    <a:masterClrMapping/>
  </p:clrMapOvr>
  <p:transition spd="slow">
    <p:push/>
  </p:transition>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8" name="Shape 1168"/>
        <p:cNvGrpSpPr/>
        <p:nvPr/>
      </p:nvGrpSpPr>
      <p:grpSpPr>
        <a:xfrm>
          <a:off x="0" y="0"/>
          <a:ext cx="0" cy="0"/>
          <a:chOff x="0" y="0"/>
          <a:chExt cx="0" cy="0"/>
        </a:xfrm>
      </p:grpSpPr>
      <p:sp>
        <p:nvSpPr>
          <p:cNvPr id="1169" name="Google Shape;1169;p93"/>
          <p:cNvSpPr/>
          <p:nvPr/>
        </p:nvSpPr>
        <p:spPr>
          <a:xfrm flipH="1">
            <a:off x="593725" y="61220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170" name="Google Shape;1170;p93"/>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171" name="Google Shape;1171;p93"/>
          <p:cNvGrpSpPr/>
          <p:nvPr/>
        </p:nvGrpSpPr>
        <p:grpSpPr>
          <a:xfrm>
            <a:off x="593725" y="237958"/>
            <a:ext cx="8550275" cy="361950"/>
            <a:chOff x="0" y="0"/>
            <a:chExt cx="8550524" cy="362139"/>
          </a:xfrm>
        </p:grpSpPr>
        <p:sp>
          <p:nvSpPr>
            <p:cNvPr id="1172" name="Google Shape;1172;p93"/>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173" name="Google Shape;1173;p93"/>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174" name="Google Shape;1174;p93"/>
          <p:cNvGrpSpPr/>
          <p:nvPr/>
        </p:nvGrpSpPr>
        <p:grpSpPr>
          <a:xfrm>
            <a:off x="-31750" y="593074"/>
            <a:ext cx="5013325" cy="548371"/>
            <a:chOff x="171461" y="-8625"/>
            <a:chExt cx="3807076" cy="548625"/>
          </a:xfrm>
        </p:grpSpPr>
        <p:sp>
          <p:nvSpPr>
            <p:cNvPr id="1175" name="Google Shape;1175;p93"/>
            <p:cNvSpPr/>
            <p:nvPr/>
          </p:nvSpPr>
          <p:spPr>
            <a:xfrm flipH="1">
              <a:off x="171461"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Animations</a:t>
              </a:r>
              <a:endParaRPr b="1" i="0" sz="1800" u="none">
                <a:solidFill>
                  <a:srgbClr val="FFFFFF"/>
                </a:solidFill>
                <a:latin typeface="Calibri"/>
                <a:ea typeface="Calibri"/>
                <a:cs typeface="Calibri"/>
                <a:sym typeface="Calibri"/>
              </a:endParaRPr>
            </a:p>
          </p:txBody>
        </p:sp>
        <p:sp>
          <p:nvSpPr>
            <p:cNvPr id="1176" name="Google Shape;1176;p93"/>
            <p:cNvSpPr/>
            <p:nvPr/>
          </p:nvSpPr>
          <p:spPr>
            <a:xfrm flipH="1" rot="10800000">
              <a:off x="3438536" y="-8625"/>
              <a:ext cx="540001"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177" name="Google Shape;1177;p93"/>
          <p:cNvSpPr/>
          <p:nvPr/>
        </p:nvSpPr>
        <p:spPr>
          <a:xfrm>
            <a:off x="1297305" y="1275964"/>
            <a:ext cx="7846695" cy="2478114"/>
          </a:xfrm>
          <a:prstGeom prst="rect">
            <a:avLst/>
          </a:prstGeom>
          <a:noFill/>
          <a:ln>
            <a:noFill/>
          </a:ln>
        </p:spPr>
        <p:txBody>
          <a:bodyPr anchorCtr="0" anchor="t" bIns="45700" lIns="91425" spcFirstLastPara="1" rIns="91425" wrap="square" tIns="45700">
            <a:noAutofit/>
          </a:bodyPr>
          <a:lstStyle/>
          <a:p>
            <a:pPr indent="-285750" lvl="0" marL="285750" marR="0" rtl="0" algn="just">
              <a:lnSpc>
                <a:spcPct val="20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We can animate our elements using some styles.</a:t>
            </a:r>
            <a:endParaRPr/>
          </a:p>
          <a:p>
            <a:pPr indent="-184150" lvl="0" marL="285750" marR="0" rtl="0" algn="just">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An animation lets an element gradually change from </a:t>
            </a:r>
            <a:r>
              <a:rPr b="1" i="0" lang="en" sz="1600" u="none">
                <a:solidFill>
                  <a:schemeClr val="dk1"/>
                </a:solidFill>
              </a:rPr>
              <a:t>one style </a:t>
            </a:r>
            <a:r>
              <a:rPr b="0" i="0" lang="en" sz="1600" u="none">
                <a:solidFill>
                  <a:schemeClr val="dk1"/>
                </a:solidFill>
                <a:latin typeface="Arial"/>
                <a:ea typeface="Arial"/>
                <a:cs typeface="Arial"/>
                <a:sym typeface="Arial"/>
              </a:rPr>
              <a:t>to </a:t>
            </a:r>
            <a:r>
              <a:rPr b="1" i="0" lang="en" sz="1600" u="none">
                <a:solidFill>
                  <a:schemeClr val="dk1"/>
                </a:solidFill>
              </a:rPr>
              <a:t>another</a:t>
            </a:r>
            <a:r>
              <a:rPr b="0" i="0" lang="en" sz="1600" u="none">
                <a:solidFill>
                  <a:schemeClr val="dk1"/>
                </a:solidFill>
                <a:latin typeface="Arial"/>
                <a:ea typeface="Arial"/>
                <a:cs typeface="Arial"/>
                <a:sym typeface="Arial"/>
              </a:rPr>
              <a:t>.</a:t>
            </a:r>
            <a:endParaRPr b="0" i="0" sz="1600" u="none">
              <a:solidFill>
                <a:schemeClr val="dk1"/>
              </a:solidFill>
              <a:latin typeface="Arial"/>
              <a:ea typeface="Arial"/>
              <a:cs typeface="Arial"/>
              <a:sym typeface="Arial"/>
            </a:endParaRPr>
          </a:p>
          <a:p>
            <a:pPr indent="0" lvl="0" marL="457200" marR="0" rtl="0" algn="l">
              <a:lnSpc>
                <a:spcPct val="150000"/>
              </a:lnSpc>
              <a:spcBef>
                <a:spcPts val="0"/>
              </a:spcBef>
              <a:spcAft>
                <a:spcPts val="0"/>
              </a:spcAft>
              <a:buNone/>
            </a:pPr>
            <a:r>
              <a:t/>
            </a:r>
            <a:endParaRPr sz="1600">
              <a:solidFill>
                <a:schemeClr val="dk1"/>
              </a:solidFill>
            </a:endParaRPr>
          </a:p>
          <a:p>
            <a:pPr indent="-285750" lvl="0" marL="285750" marR="0" rtl="0" algn="l">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You can change as many </a:t>
            </a:r>
            <a:r>
              <a:rPr b="1" i="0" lang="en" sz="1600" u="none">
                <a:solidFill>
                  <a:schemeClr val="dk1"/>
                </a:solidFill>
              </a:rPr>
              <a:t>CSS</a:t>
            </a:r>
            <a:r>
              <a:rPr b="0" i="0" lang="en" sz="1600" u="none">
                <a:solidFill>
                  <a:schemeClr val="dk1"/>
                </a:solidFill>
                <a:latin typeface="Arial"/>
                <a:ea typeface="Arial"/>
                <a:cs typeface="Arial"/>
                <a:sym typeface="Arial"/>
              </a:rPr>
              <a:t> </a:t>
            </a:r>
            <a:r>
              <a:rPr b="1" i="0" lang="en" sz="1600" u="none">
                <a:solidFill>
                  <a:schemeClr val="dk1"/>
                </a:solidFill>
              </a:rPr>
              <a:t>properties</a:t>
            </a:r>
            <a:r>
              <a:rPr b="0" i="0" lang="en" sz="1600" u="none">
                <a:solidFill>
                  <a:schemeClr val="dk1"/>
                </a:solidFill>
                <a:latin typeface="Arial"/>
                <a:ea typeface="Arial"/>
                <a:cs typeface="Arial"/>
                <a:sym typeface="Arial"/>
              </a:rPr>
              <a:t> you want, as many times as you want.</a:t>
            </a:r>
            <a:endParaRPr/>
          </a:p>
          <a:p>
            <a:pPr indent="-285750" lvl="0" marL="285750" marR="0" rtl="0" algn="l">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To use CSS animation, you must first specify some keyframes for the animation.</a:t>
            </a:r>
            <a:endParaRPr/>
          </a:p>
          <a:p>
            <a:pPr indent="-184150" lvl="0" marL="285750" marR="0" rtl="0" algn="just">
              <a:lnSpc>
                <a:spcPct val="20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p:txBody>
      </p:sp>
    </p:spTree>
  </p:cSld>
  <p:clrMapOvr>
    <a:masterClrMapping/>
  </p:clrMapOvr>
  <p:transition spd="slow">
    <p:push/>
  </p:transition>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1" name="Shape 1181"/>
        <p:cNvGrpSpPr/>
        <p:nvPr/>
      </p:nvGrpSpPr>
      <p:grpSpPr>
        <a:xfrm>
          <a:off x="0" y="0"/>
          <a:ext cx="0" cy="0"/>
          <a:chOff x="0" y="0"/>
          <a:chExt cx="0" cy="0"/>
        </a:xfrm>
      </p:grpSpPr>
      <p:sp>
        <p:nvSpPr>
          <p:cNvPr id="1182" name="Google Shape;1182;p94"/>
          <p:cNvSpPr/>
          <p:nvPr/>
        </p:nvSpPr>
        <p:spPr>
          <a:xfrm flipH="1">
            <a:off x="593725" y="61220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183" name="Google Shape;1183;p94"/>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184" name="Google Shape;1184;p94"/>
          <p:cNvGrpSpPr/>
          <p:nvPr/>
        </p:nvGrpSpPr>
        <p:grpSpPr>
          <a:xfrm>
            <a:off x="593725" y="237958"/>
            <a:ext cx="8550275" cy="361950"/>
            <a:chOff x="0" y="0"/>
            <a:chExt cx="8550524" cy="362139"/>
          </a:xfrm>
        </p:grpSpPr>
        <p:sp>
          <p:nvSpPr>
            <p:cNvPr id="1185" name="Google Shape;1185;p94"/>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186" name="Google Shape;1186;p94"/>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187" name="Google Shape;1187;p94"/>
          <p:cNvGrpSpPr/>
          <p:nvPr/>
        </p:nvGrpSpPr>
        <p:grpSpPr>
          <a:xfrm>
            <a:off x="-31750" y="593074"/>
            <a:ext cx="5013325" cy="548371"/>
            <a:chOff x="171461" y="-8625"/>
            <a:chExt cx="3807076" cy="548625"/>
          </a:xfrm>
        </p:grpSpPr>
        <p:sp>
          <p:nvSpPr>
            <p:cNvPr id="1188" name="Google Shape;1188;p94"/>
            <p:cNvSpPr/>
            <p:nvPr/>
          </p:nvSpPr>
          <p:spPr>
            <a:xfrm flipH="1">
              <a:off x="171461"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KeyFrames</a:t>
              </a:r>
              <a:endParaRPr b="1" i="0" sz="1800" u="none">
                <a:solidFill>
                  <a:srgbClr val="FFFFFF"/>
                </a:solidFill>
                <a:latin typeface="Calibri"/>
                <a:ea typeface="Calibri"/>
                <a:cs typeface="Calibri"/>
                <a:sym typeface="Calibri"/>
              </a:endParaRPr>
            </a:p>
          </p:txBody>
        </p:sp>
        <p:sp>
          <p:nvSpPr>
            <p:cNvPr id="1189" name="Google Shape;1189;p94"/>
            <p:cNvSpPr/>
            <p:nvPr/>
          </p:nvSpPr>
          <p:spPr>
            <a:xfrm flipH="1" rot="10800000">
              <a:off x="3438536" y="-8625"/>
              <a:ext cx="540001"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190" name="Google Shape;1190;p94"/>
          <p:cNvSpPr/>
          <p:nvPr/>
        </p:nvSpPr>
        <p:spPr>
          <a:xfrm>
            <a:off x="1297305" y="1275964"/>
            <a:ext cx="7846695" cy="1812484"/>
          </a:xfrm>
          <a:prstGeom prst="rect">
            <a:avLst/>
          </a:prstGeom>
          <a:noFill/>
          <a:ln>
            <a:noFill/>
          </a:ln>
        </p:spPr>
        <p:txBody>
          <a:bodyPr anchorCtr="0" anchor="t" bIns="45700" lIns="91425" spcFirstLastPara="1" rIns="91425" wrap="square" tIns="45700">
            <a:noAutofit/>
          </a:bodyPr>
          <a:lstStyle/>
          <a:p>
            <a:pPr indent="-285750" lvl="0" marL="285750" marR="0" rtl="0" algn="just">
              <a:lnSpc>
                <a:spcPct val="150000"/>
              </a:lnSpc>
              <a:spcBef>
                <a:spcPts val="0"/>
              </a:spcBef>
              <a:spcAft>
                <a:spcPts val="0"/>
              </a:spcAft>
              <a:buClr>
                <a:srgbClr val="000000"/>
              </a:buClr>
              <a:buSzPts val="1600"/>
              <a:buFont typeface="Arial"/>
              <a:buChar char="•"/>
            </a:pPr>
            <a:r>
              <a:rPr b="0" i="0" lang="en" sz="1600" u="none">
                <a:solidFill>
                  <a:srgbClr val="000000"/>
                </a:solidFill>
                <a:latin typeface="Arial"/>
                <a:ea typeface="Arial"/>
                <a:cs typeface="Arial"/>
                <a:sym typeface="Arial"/>
              </a:rPr>
              <a:t>When you specify CSS styles inside the keyframe rule, the animation will gradually change from the current style to the new style at certain times.</a:t>
            </a:r>
            <a:endParaRPr/>
          </a:p>
          <a:p>
            <a:pPr indent="-184150" lvl="0" marL="285750" marR="0" rtl="0" algn="just">
              <a:lnSpc>
                <a:spcPct val="150000"/>
              </a:lnSpc>
              <a:spcBef>
                <a:spcPts val="0"/>
              </a:spcBef>
              <a:spcAft>
                <a:spcPts val="0"/>
              </a:spcAft>
              <a:buClr>
                <a:schemeClr val="dk1"/>
              </a:buClr>
              <a:buSzPts val="1600"/>
              <a:buFont typeface="Arial"/>
              <a:buNone/>
            </a:pPr>
            <a:r>
              <a:t/>
            </a:r>
            <a:endParaRPr b="0" i="0" sz="1600" u="none">
              <a:solidFill>
                <a:srgbClr val="000000"/>
              </a:solidFill>
              <a:latin typeface="Arial"/>
              <a:ea typeface="Arial"/>
              <a:cs typeface="Arial"/>
              <a:sym typeface="Arial"/>
            </a:endParaRPr>
          </a:p>
          <a:p>
            <a:pPr indent="-285750" lvl="0" marL="285750" marR="0" rtl="0" algn="just">
              <a:lnSpc>
                <a:spcPct val="150000"/>
              </a:lnSpc>
              <a:spcBef>
                <a:spcPts val="0"/>
              </a:spcBef>
              <a:spcAft>
                <a:spcPts val="0"/>
              </a:spcAft>
              <a:buClr>
                <a:srgbClr val="000000"/>
              </a:buClr>
              <a:buSzPts val="1600"/>
              <a:buFont typeface="Arial"/>
              <a:buChar char="•"/>
            </a:pPr>
            <a:r>
              <a:rPr b="0" i="0" lang="en" sz="1600" u="none">
                <a:solidFill>
                  <a:srgbClr val="000000"/>
                </a:solidFill>
                <a:latin typeface="Arial"/>
                <a:ea typeface="Arial"/>
                <a:cs typeface="Arial"/>
                <a:sym typeface="Arial"/>
              </a:rPr>
              <a:t>To get an animation to work, you must bind the animation to an element.</a:t>
            </a:r>
            <a:endParaRPr b="0" i="0" sz="1600" u="none">
              <a:solidFill>
                <a:srgbClr val="000000"/>
              </a:solidFill>
              <a:latin typeface="Arial"/>
              <a:ea typeface="Arial"/>
              <a:cs typeface="Arial"/>
              <a:sym typeface="Arial"/>
            </a:endParaRPr>
          </a:p>
          <a:p>
            <a:pPr indent="-209550" lvl="1" marL="628650" marR="0" rtl="0" algn="just">
              <a:lnSpc>
                <a:spcPct val="15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Tree>
  </p:cSld>
  <p:clrMapOvr>
    <a:masterClrMapping/>
  </p:clrMapOvr>
  <p:transition spd="slow">
    <p:push/>
  </p:transition>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4" name="Shape 1194"/>
        <p:cNvGrpSpPr/>
        <p:nvPr/>
      </p:nvGrpSpPr>
      <p:grpSpPr>
        <a:xfrm>
          <a:off x="0" y="0"/>
          <a:ext cx="0" cy="0"/>
          <a:chOff x="0" y="0"/>
          <a:chExt cx="0" cy="0"/>
        </a:xfrm>
      </p:grpSpPr>
      <p:sp>
        <p:nvSpPr>
          <p:cNvPr id="1195" name="Google Shape;1195;p95"/>
          <p:cNvSpPr/>
          <p:nvPr/>
        </p:nvSpPr>
        <p:spPr>
          <a:xfrm flipH="1">
            <a:off x="593725" y="61220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196" name="Google Shape;1196;p95"/>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197" name="Google Shape;1197;p95"/>
          <p:cNvGrpSpPr/>
          <p:nvPr/>
        </p:nvGrpSpPr>
        <p:grpSpPr>
          <a:xfrm>
            <a:off x="593725" y="237958"/>
            <a:ext cx="8550275" cy="361950"/>
            <a:chOff x="0" y="0"/>
            <a:chExt cx="8550524" cy="362139"/>
          </a:xfrm>
        </p:grpSpPr>
        <p:sp>
          <p:nvSpPr>
            <p:cNvPr id="1198" name="Google Shape;1198;p95"/>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199" name="Google Shape;1199;p95"/>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200" name="Google Shape;1200;p95"/>
          <p:cNvGrpSpPr/>
          <p:nvPr/>
        </p:nvGrpSpPr>
        <p:grpSpPr>
          <a:xfrm>
            <a:off x="-31750" y="593074"/>
            <a:ext cx="5013325" cy="548371"/>
            <a:chOff x="171461" y="-8625"/>
            <a:chExt cx="3807076" cy="548625"/>
          </a:xfrm>
        </p:grpSpPr>
        <p:sp>
          <p:nvSpPr>
            <p:cNvPr id="1201" name="Google Shape;1201;p95"/>
            <p:cNvSpPr/>
            <p:nvPr/>
          </p:nvSpPr>
          <p:spPr>
            <a:xfrm flipH="1">
              <a:off x="171461"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Properties</a:t>
              </a:r>
              <a:endParaRPr b="1" i="0" sz="1800" u="none">
                <a:solidFill>
                  <a:srgbClr val="FFFFFF"/>
                </a:solidFill>
                <a:latin typeface="Calibri"/>
                <a:ea typeface="Calibri"/>
                <a:cs typeface="Calibri"/>
                <a:sym typeface="Calibri"/>
              </a:endParaRPr>
            </a:p>
          </p:txBody>
        </p:sp>
        <p:sp>
          <p:nvSpPr>
            <p:cNvPr id="1202" name="Google Shape;1202;p95"/>
            <p:cNvSpPr/>
            <p:nvPr/>
          </p:nvSpPr>
          <p:spPr>
            <a:xfrm flipH="1" rot="10800000">
              <a:off x="3438536" y="-8625"/>
              <a:ext cx="540001"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aphicFrame>
        <p:nvGraphicFramePr>
          <p:cNvPr id="1203" name="Google Shape;1203;p95"/>
          <p:cNvGraphicFramePr/>
          <p:nvPr/>
        </p:nvGraphicFramePr>
        <p:xfrm>
          <a:off x="1530451" y="1573620"/>
          <a:ext cx="3000000" cy="3000000"/>
        </p:xfrm>
        <a:graphic>
          <a:graphicData uri="http://schemas.openxmlformats.org/drawingml/2006/table">
            <a:tbl>
              <a:tblPr bandRow="1" firstRow="1">
                <a:noFill/>
                <a:tableStyleId>{F68BABD0-5116-4F82-84BD-8CF0208E2C9A}</a:tableStyleId>
              </a:tblPr>
              <a:tblGrid>
                <a:gridCol w="2871325"/>
                <a:gridCol w="4030900"/>
              </a:tblGrid>
              <a:tr h="667025">
                <a:tc>
                  <a:txBody>
                    <a:bodyPr/>
                    <a:lstStyle/>
                    <a:p>
                      <a:pPr indent="0" lvl="0" marL="0" marR="0" rtl="0" algn="l">
                        <a:spcBef>
                          <a:spcPts val="0"/>
                        </a:spcBef>
                        <a:spcAft>
                          <a:spcPts val="0"/>
                        </a:spcAft>
                        <a:buNone/>
                      </a:pPr>
                      <a:r>
                        <a:rPr lang="en" sz="1800"/>
                        <a:t>Property</a:t>
                      </a:r>
                      <a:endParaRPr sz="1800"/>
                    </a:p>
                  </a:txBody>
                  <a:tcPr marT="45725" marB="45725" marR="91450" marL="91450"/>
                </a:tc>
                <a:tc>
                  <a:txBody>
                    <a:bodyPr/>
                    <a:lstStyle/>
                    <a:p>
                      <a:pPr indent="0" lvl="0" marL="0" marR="0" rtl="0" algn="l">
                        <a:spcBef>
                          <a:spcPts val="0"/>
                        </a:spcBef>
                        <a:spcAft>
                          <a:spcPts val="0"/>
                        </a:spcAft>
                        <a:buNone/>
                      </a:pPr>
                      <a:r>
                        <a:rPr lang="en" sz="1800"/>
                        <a:t>Function</a:t>
                      </a:r>
                      <a:endParaRPr sz="1800"/>
                    </a:p>
                  </a:txBody>
                  <a:tcPr marT="45725" marB="45725" marR="91450" marL="91450"/>
                </a:tc>
              </a:tr>
              <a:tr h="676275">
                <a:tc>
                  <a:txBody>
                    <a:bodyPr/>
                    <a:lstStyle/>
                    <a:p>
                      <a:pPr indent="0" lvl="0" marL="0" marR="0" rtl="0" algn="l">
                        <a:spcBef>
                          <a:spcPts val="0"/>
                        </a:spcBef>
                        <a:spcAft>
                          <a:spcPts val="0"/>
                        </a:spcAft>
                        <a:buNone/>
                      </a:pPr>
                      <a:r>
                        <a:rPr lang="en" sz="1800"/>
                        <a:t>animation-duration</a:t>
                      </a:r>
                      <a:endParaRPr sz="1800"/>
                    </a:p>
                  </a:txBody>
                  <a:tcPr marT="45725" marB="45725" marR="91450" marL="91450"/>
                </a:tc>
                <a:tc>
                  <a:txBody>
                    <a:bodyPr/>
                    <a:lstStyle/>
                    <a:p>
                      <a:pPr indent="0" lvl="0" marL="0" marR="0" rtl="0" algn="l">
                        <a:spcBef>
                          <a:spcPts val="0"/>
                        </a:spcBef>
                        <a:spcAft>
                          <a:spcPts val="0"/>
                        </a:spcAft>
                        <a:buNone/>
                      </a:pPr>
                      <a:r>
                        <a:rPr lang="en" sz="1800"/>
                        <a:t>Set the duration to complete</a:t>
                      </a:r>
                      <a:endParaRPr sz="1800"/>
                    </a:p>
                  </a:txBody>
                  <a:tcPr marT="45725" marB="45725" marR="91450" marL="91450"/>
                </a:tc>
              </a:tr>
              <a:tr h="676275">
                <a:tc>
                  <a:txBody>
                    <a:bodyPr/>
                    <a:lstStyle/>
                    <a:p>
                      <a:pPr indent="0" lvl="0" marL="0" marR="0" rtl="0" algn="l">
                        <a:lnSpc>
                          <a:spcPct val="100000"/>
                        </a:lnSpc>
                        <a:spcBef>
                          <a:spcPts val="0"/>
                        </a:spcBef>
                        <a:spcAft>
                          <a:spcPts val="0"/>
                        </a:spcAft>
                        <a:buClr>
                          <a:schemeClr val="dk1"/>
                        </a:buClr>
                        <a:buSzPts val="1800"/>
                        <a:buFont typeface="Calibri"/>
                        <a:buNone/>
                      </a:pPr>
                      <a:r>
                        <a:rPr lang="en" sz="1800"/>
                        <a:t>animation-delay</a:t>
                      </a:r>
                      <a:endParaRPr sz="1800"/>
                    </a:p>
                  </a:txBody>
                  <a:tcPr marT="45725" marB="45725" marR="91450" marL="91450"/>
                </a:tc>
                <a:tc>
                  <a:txBody>
                    <a:bodyPr/>
                    <a:lstStyle/>
                    <a:p>
                      <a:pPr indent="0" lvl="0" marL="0" marR="0" rtl="0" algn="l">
                        <a:spcBef>
                          <a:spcPts val="0"/>
                        </a:spcBef>
                        <a:spcAft>
                          <a:spcPts val="0"/>
                        </a:spcAft>
                        <a:buNone/>
                      </a:pPr>
                      <a:r>
                        <a:rPr lang="en" sz="1800"/>
                        <a:t>Delay before start</a:t>
                      </a:r>
                      <a:endParaRPr sz="1800"/>
                    </a:p>
                  </a:txBody>
                  <a:tcPr marT="45725" marB="45725" marR="91450" marL="91450"/>
                </a:tc>
              </a:tr>
              <a:tr h="1133450">
                <a:tc>
                  <a:txBody>
                    <a:bodyPr/>
                    <a:lstStyle/>
                    <a:p>
                      <a:pPr indent="0" lvl="0" marL="0" marR="0" rtl="0" algn="l">
                        <a:spcBef>
                          <a:spcPts val="0"/>
                        </a:spcBef>
                        <a:spcAft>
                          <a:spcPts val="0"/>
                        </a:spcAft>
                        <a:buNone/>
                      </a:pPr>
                      <a:r>
                        <a:rPr b="0" i="0" lang="en" sz="1800">
                          <a:solidFill>
                            <a:schemeClr val="dk1"/>
                          </a:solidFill>
                          <a:latin typeface="Calibri"/>
                          <a:ea typeface="Calibri"/>
                          <a:cs typeface="Calibri"/>
                          <a:sym typeface="Calibri"/>
                        </a:rPr>
                        <a:t>animation-timing-function</a:t>
                      </a:r>
                      <a:endParaRPr/>
                    </a:p>
                  </a:txBody>
                  <a:tcPr marT="45725" marB="45725" marR="91450" marL="91450"/>
                </a:tc>
                <a:tc>
                  <a:txBody>
                    <a:bodyPr/>
                    <a:lstStyle/>
                    <a:p>
                      <a:pPr indent="0" lvl="0" marL="0" marR="0" rtl="0" algn="l">
                        <a:spcBef>
                          <a:spcPts val="0"/>
                        </a:spcBef>
                        <a:spcAft>
                          <a:spcPts val="0"/>
                        </a:spcAft>
                        <a:buNone/>
                      </a:pPr>
                      <a:r>
                        <a:rPr lang="en" sz="1800"/>
                        <a:t>Specify the speed curve</a:t>
                      </a:r>
                      <a:endParaRPr/>
                    </a:p>
                  </a:txBody>
                  <a:tcPr marT="45725" marB="45725" marR="91450" marL="91450"/>
                </a:tc>
              </a:tr>
            </a:tbl>
          </a:graphicData>
        </a:graphic>
      </p:graphicFrame>
    </p:spTree>
  </p:cSld>
  <p:clrMapOvr>
    <a:masterClrMapping/>
  </p:clrMapOvr>
  <p:transition spd="slow">
    <p:push/>
  </p:transition>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p96"/>
          <p:cNvSpPr/>
          <p:nvPr/>
        </p:nvSpPr>
        <p:spPr>
          <a:xfrm flipH="1">
            <a:off x="593725" y="61220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209" name="Google Shape;1209;p96"/>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210" name="Google Shape;1210;p96"/>
          <p:cNvGrpSpPr/>
          <p:nvPr/>
        </p:nvGrpSpPr>
        <p:grpSpPr>
          <a:xfrm>
            <a:off x="593725" y="237958"/>
            <a:ext cx="8550275" cy="361950"/>
            <a:chOff x="0" y="0"/>
            <a:chExt cx="8550524" cy="362139"/>
          </a:xfrm>
        </p:grpSpPr>
        <p:sp>
          <p:nvSpPr>
            <p:cNvPr id="1211" name="Google Shape;1211;p96"/>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212" name="Google Shape;1212;p96"/>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213" name="Google Shape;1213;p96"/>
          <p:cNvGrpSpPr/>
          <p:nvPr/>
        </p:nvGrpSpPr>
        <p:grpSpPr>
          <a:xfrm>
            <a:off x="-31750" y="593074"/>
            <a:ext cx="5013325" cy="548371"/>
            <a:chOff x="171461" y="-8625"/>
            <a:chExt cx="3807076" cy="548625"/>
          </a:xfrm>
        </p:grpSpPr>
        <p:sp>
          <p:nvSpPr>
            <p:cNvPr id="1214" name="Google Shape;1214;p96"/>
            <p:cNvSpPr/>
            <p:nvPr/>
          </p:nvSpPr>
          <p:spPr>
            <a:xfrm flipH="1">
              <a:off x="171461"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Responsive Web Design</a:t>
              </a:r>
              <a:endParaRPr b="1" i="0" sz="1800" u="none">
                <a:solidFill>
                  <a:srgbClr val="FFFFFF"/>
                </a:solidFill>
                <a:latin typeface="Calibri"/>
                <a:ea typeface="Calibri"/>
                <a:cs typeface="Calibri"/>
                <a:sym typeface="Calibri"/>
              </a:endParaRPr>
            </a:p>
          </p:txBody>
        </p:sp>
        <p:sp>
          <p:nvSpPr>
            <p:cNvPr id="1215" name="Google Shape;1215;p96"/>
            <p:cNvSpPr/>
            <p:nvPr/>
          </p:nvSpPr>
          <p:spPr>
            <a:xfrm flipH="1" rot="10800000">
              <a:off x="3438536" y="-8625"/>
              <a:ext cx="540001"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216" name="Google Shape;1216;p96"/>
          <p:cNvSpPr/>
          <p:nvPr/>
        </p:nvSpPr>
        <p:spPr>
          <a:xfrm>
            <a:off x="1297305" y="1275964"/>
            <a:ext cx="7846695" cy="3289811"/>
          </a:xfrm>
          <a:prstGeom prst="rect">
            <a:avLst/>
          </a:prstGeom>
          <a:noFill/>
          <a:ln>
            <a:noFill/>
          </a:ln>
        </p:spPr>
        <p:txBody>
          <a:bodyPr anchorCtr="0" anchor="t" bIns="45700" lIns="91425" spcFirstLastPara="1" rIns="91425" wrap="square" tIns="45700">
            <a:noAutofit/>
          </a:bodyPr>
          <a:lstStyle/>
          <a:p>
            <a:pPr indent="-285750" lvl="1" marL="628650" marR="0" rtl="0" algn="just">
              <a:lnSpc>
                <a:spcPct val="150000"/>
              </a:lnSpc>
              <a:spcBef>
                <a:spcPts val="0"/>
              </a:spcBef>
              <a:spcAft>
                <a:spcPts val="0"/>
              </a:spcAft>
              <a:buClr>
                <a:srgbClr val="000000"/>
              </a:buClr>
              <a:buSzPts val="1600"/>
              <a:buFont typeface="Arial"/>
              <a:buChar char="•"/>
            </a:pPr>
            <a:r>
              <a:rPr b="0" i="0" lang="en" sz="1600" u="none" cap="none" strike="noStrike">
                <a:solidFill>
                  <a:srgbClr val="000000"/>
                </a:solidFill>
                <a:latin typeface="Arial"/>
                <a:ea typeface="Arial"/>
                <a:cs typeface="Arial"/>
                <a:sym typeface="Arial"/>
              </a:rPr>
              <a:t>Responsive web design makes your web page look good on all devices.</a:t>
            </a:r>
            <a:endParaRPr/>
          </a:p>
          <a:p>
            <a:pPr indent="-184150" lvl="1" marL="628650" marR="0" rtl="0" algn="just">
              <a:lnSpc>
                <a:spcPct val="150000"/>
              </a:lnSpc>
              <a:spcBef>
                <a:spcPts val="0"/>
              </a:spcBef>
              <a:spcAft>
                <a:spcPts val="0"/>
              </a:spcAft>
              <a:buClr>
                <a:schemeClr val="dk1"/>
              </a:buClr>
              <a:buSzPts val="1600"/>
              <a:buFont typeface="Arial"/>
              <a:buNone/>
            </a:pPr>
            <a:r>
              <a:t/>
            </a:r>
            <a:endParaRPr b="0" i="0" sz="1600" u="none" cap="none" strike="noStrike">
              <a:solidFill>
                <a:srgbClr val="000000"/>
              </a:solidFill>
              <a:latin typeface="Arial"/>
              <a:ea typeface="Arial"/>
              <a:cs typeface="Arial"/>
              <a:sym typeface="Arial"/>
            </a:endParaRPr>
          </a:p>
          <a:p>
            <a:pPr indent="-285750" lvl="1" marL="628650" marR="0" rtl="0" algn="just">
              <a:lnSpc>
                <a:spcPct val="150000"/>
              </a:lnSpc>
              <a:spcBef>
                <a:spcPts val="0"/>
              </a:spcBef>
              <a:spcAft>
                <a:spcPts val="0"/>
              </a:spcAft>
              <a:buClr>
                <a:srgbClr val="000000"/>
              </a:buClr>
              <a:buSzPts val="1600"/>
              <a:buFont typeface="Arial"/>
              <a:buChar char="•"/>
            </a:pPr>
            <a:r>
              <a:rPr b="0" i="0" lang="en" sz="1600" u="none" cap="none" strike="noStrike">
                <a:solidFill>
                  <a:srgbClr val="000000"/>
                </a:solidFill>
                <a:latin typeface="Arial"/>
                <a:ea typeface="Arial"/>
                <a:cs typeface="Arial"/>
                <a:sym typeface="Arial"/>
              </a:rPr>
              <a:t>Web pages can be viewed using many different devices: desktops, tablets, and phones. Your web page should look good, and be easy to use, regardless of the device.</a:t>
            </a:r>
            <a:endParaRPr/>
          </a:p>
          <a:p>
            <a:pPr indent="-184150" lvl="1" marL="628650" marR="0" rtl="0" algn="just">
              <a:lnSpc>
                <a:spcPct val="150000"/>
              </a:lnSpc>
              <a:spcBef>
                <a:spcPts val="0"/>
              </a:spcBef>
              <a:spcAft>
                <a:spcPts val="0"/>
              </a:spcAft>
              <a:buClr>
                <a:schemeClr val="dk1"/>
              </a:buClr>
              <a:buSzPts val="1600"/>
              <a:buFont typeface="Arial"/>
              <a:buNone/>
            </a:pPr>
            <a:r>
              <a:t/>
            </a:r>
            <a:endParaRPr b="0" i="0" sz="1600" u="none" cap="none" strike="noStrike">
              <a:solidFill>
                <a:srgbClr val="000000"/>
              </a:solidFill>
              <a:latin typeface="Arial"/>
              <a:ea typeface="Arial"/>
              <a:cs typeface="Arial"/>
              <a:sym typeface="Arial"/>
            </a:endParaRPr>
          </a:p>
          <a:p>
            <a:pPr indent="-285750" lvl="1" marL="628650" marR="0" rtl="0" algn="just">
              <a:lnSpc>
                <a:spcPct val="150000"/>
              </a:lnSpc>
              <a:spcBef>
                <a:spcPts val="0"/>
              </a:spcBef>
              <a:spcAft>
                <a:spcPts val="0"/>
              </a:spcAft>
              <a:buClr>
                <a:srgbClr val="000000"/>
              </a:buClr>
              <a:buSzPts val="1600"/>
              <a:buFont typeface="Arial"/>
              <a:buChar char="•"/>
            </a:pPr>
            <a:r>
              <a:rPr b="0" i="0" lang="en" sz="1600" u="none" cap="none" strike="noStrike">
                <a:solidFill>
                  <a:srgbClr val="000000"/>
                </a:solidFill>
                <a:latin typeface="Arial"/>
                <a:ea typeface="Arial"/>
                <a:cs typeface="Arial"/>
                <a:sym typeface="Arial"/>
              </a:rPr>
              <a:t>Web pages should not leave out information to fit smaller devices, but rather adapt its content to fit any device:</a:t>
            </a:r>
            <a:endParaRPr/>
          </a:p>
          <a:p>
            <a:pPr indent="-209550" lvl="1" marL="628650" marR="0" rtl="0" algn="just">
              <a:lnSpc>
                <a:spcPct val="15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Tree>
  </p:cSld>
  <p:clrMapOvr>
    <a:masterClrMapping/>
  </p:clrMapOvr>
  <p:transition spd="slow">
    <p:push/>
  </p:transition>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0" name="Shape 1220"/>
        <p:cNvGrpSpPr/>
        <p:nvPr/>
      </p:nvGrpSpPr>
      <p:grpSpPr>
        <a:xfrm>
          <a:off x="0" y="0"/>
          <a:ext cx="0" cy="0"/>
          <a:chOff x="0" y="0"/>
          <a:chExt cx="0" cy="0"/>
        </a:xfrm>
      </p:grpSpPr>
      <p:sp>
        <p:nvSpPr>
          <p:cNvPr id="1221" name="Google Shape;1221;p97"/>
          <p:cNvSpPr/>
          <p:nvPr/>
        </p:nvSpPr>
        <p:spPr>
          <a:xfrm flipH="1">
            <a:off x="593725" y="61220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222" name="Google Shape;1222;p97"/>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223" name="Google Shape;1223;p97"/>
          <p:cNvGrpSpPr/>
          <p:nvPr/>
        </p:nvGrpSpPr>
        <p:grpSpPr>
          <a:xfrm>
            <a:off x="593725" y="237958"/>
            <a:ext cx="8550275" cy="361950"/>
            <a:chOff x="0" y="0"/>
            <a:chExt cx="8550524" cy="362139"/>
          </a:xfrm>
        </p:grpSpPr>
        <p:sp>
          <p:nvSpPr>
            <p:cNvPr id="1224" name="Google Shape;1224;p97"/>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225" name="Google Shape;1225;p97"/>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226" name="Google Shape;1226;p97"/>
          <p:cNvGrpSpPr/>
          <p:nvPr/>
        </p:nvGrpSpPr>
        <p:grpSpPr>
          <a:xfrm>
            <a:off x="-31750" y="593074"/>
            <a:ext cx="5013325" cy="548371"/>
            <a:chOff x="171461" y="-8625"/>
            <a:chExt cx="3807076" cy="548625"/>
          </a:xfrm>
        </p:grpSpPr>
        <p:sp>
          <p:nvSpPr>
            <p:cNvPr id="1227" name="Google Shape;1227;p97"/>
            <p:cNvSpPr/>
            <p:nvPr/>
          </p:nvSpPr>
          <p:spPr>
            <a:xfrm flipH="1">
              <a:off x="171461"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Responsive Web Design</a:t>
              </a:r>
              <a:endParaRPr b="1" i="0" sz="1800" u="none">
                <a:solidFill>
                  <a:srgbClr val="FFFFFF"/>
                </a:solidFill>
                <a:latin typeface="Calibri"/>
                <a:ea typeface="Calibri"/>
                <a:cs typeface="Calibri"/>
                <a:sym typeface="Calibri"/>
              </a:endParaRPr>
            </a:p>
          </p:txBody>
        </p:sp>
        <p:sp>
          <p:nvSpPr>
            <p:cNvPr id="1228" name="Google Shape;1228;p97"/>
            <p:cNvSpPr/>
            <p:nvPr/>
          </p:nvSpPr>
          <p:spPr>
            <a:xfrm flipH="1" rot="10800000">
              <a:off x="3438536" y="-8625"/>
              <a:ext cx="540001"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pic>
        <p:nvPicPr>
          <p:cNvPr id="1229" name="Google Shape;1229;p97"/>
          <p:cNvPicPr preferRelativeResize="0"/>
          <p:nvPr/>
        </p:nvPicPr>
        <p:blipFill rotWithShape="1">
          <a:blip r:embed="rId3">
            <a:alphaModFix/>
          </a:blip>
          <a:srcRect b="0" l="0" r="0" t="0"/>
          <a:stretch/>
        </p:blipFill>
        <p:spPr>
          <a:xfrm>
            <a:off x="2119364" y="1226785"/>
            <a:ext cx="4829983" cy="3829435"/>
          </a:xfrm>
          <a:prstGeom prst="rect">
            <a:avLst/>
          </a:prstGeom>
          <a:noFill/>
          <a:ln>
            <a:noFill/>
          </a:ln>
        </p:spPr>
      </p:pic>
    </p:spTree>
  </p:cSld>
  <p:clrMapOvr>
    <a:masterClrMapping/>
  </p:clrMapOvr>
  <p:transition spd="slow">
    <p:push/>
  </p:transition>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3" name="Shape 1233"/>
        <p:cNvGrpSpPr/>
        <p:nvPr/>
      </p:nvGrpSpPr>
      <p:grpSpPr>
        <a:xfrm>
          <a:off x="0" y="0"/>
          <a:ext cx="0" cy="0"/>
          <a:chOff x="0" y="0"/>
          <a:chExt cx="0" cy="0"/>
        </a:xfrm>
      </p:grpSpPr>
      <p:sp>
        <p:nvSpPr>
          <p:cNvPr id="1234" name="Google Shape;1234;p98"/>
          <p:cNvSpPr/>
          <p:nvPr/>
        </p:nvSpPr>
        <p:spPr>
          <a:xfrm flipH="1">
            <a:off x="593725" y="61220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235" name="Google Shape;1235;p98"/>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236" name="Google Shape;1236;p98"/>
          <p:cNvGrpSpPr/>
          <p:nvPr/>
        </p:nvGrpSpPr>
        <p:grpSpPr>
          <a:xfrm>
            <a:off x="593725" y="237958"/>
            <a:ext cx="8550275" cy="361950"/>
            <a:chOff x="0" y="0"/>
            <a:chExt cx="8550524" cy="362139"/>
          </a:xfrm>
        </p:grpSpPr>
        <p:sp>
          <p:nvSpPr>
            <p:cNvPr id="1237" name="Google Shape;1237;p98"/>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238" name="Google Shape;1238;p98"/>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239" name="Google Shape;1239;p98"/>
          <p:cNvGrpSpPr/>
          <p:nvPr/>
        </p:nvGrpSpPr>
        <p:grpSpPr>
          <a:xfrm>
            <a:off x="-31750" y="593074"/>
            <a:ext cx="5013325" cy="548371"/>
            <a:chOff x="171461" y="-8625"/>
            <a:chExt cx="3807076" cy="548625"/>
          </a:xfrm>
        </p:grpSpPr>
        <p:sp>
          <p:nvSpPr>
            <p:cNvPr id="1240" name="Google Shape;1240;p98"/>
            <p:cNvSpPr/>
            <p:nvPr/>
          </p:nvSpPr>
          <p:spPr>
            <a:xfrm flipH="1">
              <a:off x="171461"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Media Queries</a:t>
              </a:r>
              <a:endParaRPr b="1" i="0" sz="1800" u="none">
                <a:solidFill>
                  <a:srgbClr val="FFFFFF"/>
                </a:solidFill>
                <a:latin typeface="Calibri"/>
                <a:ea typeface="Calibri"/>
                <a:cs typeface="Calibri"/>
                <a:sym typeface="Calibri"/>
              </a:endParaRPr>
            </a:p>
          </p:txBody>
        </p:sp>
        <p:sp>
          <p:nvSpPr>
            <p:cNvPr id="1241" name="Google Shape;1241;p98"/>
            <p:cNvSpPr/>
            <p:nvPr/>
          </p:nvSpPr>
          <p:spPr>
            <a:xfrm flipH="1" rot="10800000">
              <a:off x="3438536" y="-8625"/>
              <a:ext cx="540001"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242" name="Google Shape;1242;p98"/>
          <p:cNvSpPr/>
          <p:nvPr/>
        </p:nvSpPr>
        <p:spPr>
          <a:xfrm>
            <a:off x="1297305" y="1275964"/>
            <a:ext cx="7846695" cy="1812484"/>
          </a:xfrm>
          <a:prstGeom prst="rect">
            <a:avLst/>
          </a:prstGeom>
          <a:noFill/>
          <a:ln>
            <a:noFill/>
          </a:ln>
        </p:spPr>
        <p:txBody>
          <a:bodyPr anchorCtr="0" anchor="t" bIns="45700" lIns="91425" spcFirstLastPara="1" rIns="91425" wrap="square" tIns="45700">
            <a:noAutofit/>
          </a:bodyPr>
          <a:lstStyle/>
          <a:p>
            <a:pPr indent="-285750" lvl="1" marL="628650" marR="0" rtl="0" algn="just">
              <a:lnSpc>
                <a:spcPct val="150000"/>
              </a:lnSpc>
              <a:spcBef>
                <a:spcPts val="0"/>
              </a:spcBef>
              <a:spcAft>
                <a:spcPts val="0"/>
              </a:spcAft>
              <a:buClr>
                <a:srgbClr val="000000"/>
              </a:buClr>
              <a:buSzPts val="1600"/>
              <a:buFont typeface="Arial"/>
              <a:buChar char="•"/>
            </a:pPr>
            <a:r>
              <a:rPr b="0" i="0" lang="en" sz="1600" u="none" cap="none" strike="noStrike">
                <a:solidFill>
                  <a:srgbClr val="000000"/>
                </a:solidFill>
                <a:latin typeface="Arial"/>
                <a:ea typeface="Arial"/>
                <a:cs typeface="Arial"/>
                <a:sym typeface="Arial"/>
              </a:rPr>
              <a:t>@media all and (max-width : 600px)</a:t>
            </a:r>
            <a:endParaRPr/>
          </a:p>
          <a:p>
            <a:pPr indent="-285750" lvl="1" marL="628650" marR="0" rtl="0" algn="just">
              <a:lnSpc>
                <a:spcPct val="150000"/>
              </a:lnSpc>
              <a:spcBef>
                <a:spcPts val="0"/>
              </a:spcBef>
              <a:spcAft>
                <a:spcPts val="0"/>
              </a:spcAft>
              <a:buClr>
                <a:srgbClr val="000000"/>
              </a:buClr>
              <a:buSzPts val="1600"/>
              <a:buFont typeface="Arial"/>
              <a:buChar char="•"/>
            </a:pPr>
            <a:r>
              <a:rPr b="0" i="0" lang="en" sz="1600" u="none" cap="none" strike="noStrike">
                <a:solidFill>
                  <a:srgbClr val="000000"/>
                </a:solidFill>
                <a:latin typeface="Arial"/>
                <a:ea typeface="Arial"/>
                <a:cs typeface="Arial"/>
                <a:sym typeface="Arial"/>
              </a:rPr>
              <a:t>{</a:t>
            </a:r>
            <a:endParaRPr/>
          </a:p>
          <a:p>
            <a:pPr indent="-285750" lvl="1" marL="628650" marR="0" rtl="0" algn="just">
              <a:lnSpc>
                <a:spcPct val="150000"/>
              </a:lnSpc>
              <a:spcBef>
                <a:spcPts val="0"/>
              </a:spcBef>
              <a:spcAft>
                <a:spcPts val="0"/>
              </a:spcAft>
              <a:buClr>
                <a:srgbClr val="000000"/>
              </a:buClr>
              <a:buSzPts val="1600"/>
              <a:buFont typeface="Arial"/>
              <a:buChar char="•"/>
            </a:pPr>
            <a:r>
              <a:rPr b="0" i="0" lang="en" sz="1600" u="none" cap="none" strike="noStrike">
                <a:solidFill>
                  <a:srgbClr val="000000"/>
                </a:solidFill>
                <a:latin typeface="Arial"/>
                <a:ea typeface="Arial"/>
                <a:cs typeface="Arial"/>
                <a:sym typeface="Arial"/>
              </a:rPr>
              <a:t>/* CSS Styles */</a:t>
            </a:r>
            <a:endParaRPr/>
          </a:p>
          <a:p>
            <a:pPr indent="-285750" lvl="1" marL="628650" marR="0" rtl="0" algn="just">
              <a:lnSpc>
                <a:spcPct val="150000"/>
              </a:lnSpc>
              <a:spcBef>
                <a:spcPts val="0"/>
              </a:spcBef>
              <a:spcAft>
                <a:spcPts val="0"/>
              </a:spcAft>
              <a:buClr>
                <a:srgbClr val="000000"/>
              </a:buClr>
              <a:buSzPts val="1600"/>
              <a:buFont typeface="Arial"/>
              <a:buChar char="•"/>
            </a:pPr>
            <a:r>
              <a:rPr b="0" i="0" lang="en" sz="1600" u="none" cap="none" strike="noStrike">
                <a:solidFill>
                  <a:srgbClr val="000000"/>
                </a:solidFill>
                <a:latin typeface="Arial"/>
                <a:ea typeface="Arial"/>
                <a:cs typeface="Arial"/>
                <a:sym typeface="Arial"/>
              </a:rPr>
              <a:t>}	</a:t>
            </a:r>
            <a:endParaRPr/>
          </a:p>
          <a:p>
            <a:pPr indent="-209550" lvl="1" marL="628650" marR="0" rtl="0" algn="just">
              <a:lnSpc>
                <a:spcPct val="15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Tree>
  </p:cSld>
  <p:clrMapOvr>
    <a:masterClrMapping/>
  </p:clrMapOvr>
  <p:transition spd="slow">
    <p:push/>
  </p:transition>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6" name="Shape 1246"/>
        <p:cNvGrpSpPr/>
        <p:nvPr/>
      </p:nvGrpSpPr>
      <p:grpSpPr>
        <a:xfrm>
          <a:off x="0" y="0"/>
          <a:ext cx="0" cy="0"/>
          <a:chOff x="0" y="0"/>
          <a:chExt cx="0" cy="0"/>
        </a:xfrm>
      </p:grpSpPr>
      <p:sp>
        <p:nvSpPr>
          <p:cNvPr id="1247" name="Google Shape;1247;p99"/>
          <p:cNvSpPr/>
          <p:nvPr/>
        </p:nvSpPr>
        <p:spPr>
          <a:xfrm flipH="1">
            <a:off x="593725" y="61220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248" name="Google Shape;1248;p99"/>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249" name="Google Shape;1249;p99"/>
          <p:cNvGrpSpPr/>
          <p:nvPr/>
        </p:nvGrpSpPr>
        <p:grpSpPr>
          <a:xfrm>
            <a:off x="593725" y="237958"/>
            <a:ext cx="8550275" cy="361950"/>
            <a:chOff x="0" y="0"/>
            <a:chExt cx="8550524" cy="362139"/>
          </a:xfrm>
        </p:grpSpPr>
        <p:sp>
          <p:nvSpPr>
            <p:cNvPr id="1250" name="Google Shape;1250;p99"/>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251" name="Google Shape;1251;p99"/>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252" name="Google Shape;1252;p99"/>
          <p:cNvGrpSpPr/>
          <p:nvPr/>
        </p:nvGrpSpPr>
        <p:grpSpPr>
          <a:xfrm>
            <a:off x="-31750" y="593074"/>
            <a:ext cx="5013325" cy="548371"/>
            <a:chOff x="171461" y="-8625"/>
            <a:chExt cx="3807076" cy="548625"/>
          </a:xfrm>
        </p:grpSpPr>
        <p:sp>
          <p:nvSpPr>
            <p:cNvPr id="1253" name="Google Shape;1253;p99"/>
            <p:cNvSpPr/>
            <p:nvPr/>
          </p:nvSpPr>
          <p:spPr>
            <a:xfrm flipH="1">
              <a:off x="171461"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Media Queries</a:t>
              </a:r>
              <a:endParaRPr b="1" i="0" sz="1800" u="none">
                <a:solidFill>
                  <a:srgbClr val="FFFFFF"/>
                </a:solidFill>
                <a:latin typeface="Calibri"/>
                <a:ea typeface="Calibri"/>
                <a:cs typeface="Calibri"/>
                <a:sym typeface="Calibri"/>
              </a:endParaRPr>
            </a:p>
          </p:txBody>
        </p:sp>
        <p:sp>
          <p:nvSpPr>
            <p:cNvPr id="1254" name="Google Shape;1254;p99"/>
            <p:cNvSpPr/>
            <p:nvPr/>
          </p:nvSpPr>
          <p:spPr>
            <a:xfrm flipH="1" rot="10800000">
              <a:off x="3438536" y="-8625"/>
              <a:ext cx="540001"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pic>
        <p:nvPicPr>
          <p:cNvPr id="1255" name="Google Shape;1255;p99"/>
          <p:cNvPicPr preferRelativeResize="0"/>
          <p:nvPr/>
        </p:nvPicPr>
        <p:blipFill rotWithShape="1">
          <a:blip r:embed="rId3">
            <a:alphaModFix/>
          </a:blip>
          <a:srcRect b="0" l="0" r="0" t="0"/>
          <a:stretch/>
        </p:blipFill>
        <p:spPr>
          <a:xfrm>
            <a:off x="2683592" y="1233430"/>
            <a:ext cx="3884868" cy="3816145"/>
          </a:xfrm>
          <a:prstGeom prst="rect">
            <a:avLst/>
          </a:prstGeom>
          <a:noFill/>
          <a:ln>
            <a:noFill/>
          </a:ln>
        </p:spPr>
      </p:pic>
    </p:spTree>
  </p:cSld>
  <p:clrMapOvr>
    <a:masterClrMapping/>
  </p:clrMapOvr>
  <p:transition spd="slow">
    <p:push/>
  </p:transition>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9" name="Shape 1259"/>
        <p:cNvGrpSpPr/>
        <p:nvPr/>
      </p:nvGrpSpPr>
      <p:grpSpPr>
        <a:xfrm>
          <a:off x="0" y="0"/>
          <a:ext cx="0" cy="0"/>
          <a:chOff x="0" y="0"/>
          <a:chExt cx="0" cy="0"/>
        </a:xfrm>
      </p:grpSpPr>
      <p:sp>
        <p:nvSpPr>
          <p:cNvPr id="1260" name="Google Shape;1260;p100"/>
          <p:cNvSpPr/>
          <p:nvPr/>
        </p:nvSpPr>
        <p:spPr>
          <a:xfrm flipH="1">
            <a:off x="593725" y="61220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261" name="Google Shape;1261;p100"/>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262" name="Google Shape;1262;p100"/>
          <p:cNvGrpSpPr/>
          <p:nvPr/>
        </p:nvGrpSpPr>
        <p:grpSpPr>
          <a:xfrm>
            <a:off x="593725" y="237958"/>
            <a:ext cx="8550275" cy="361950"/>
            <a:chOff x="0" y="0"/>
            <a:chExt cx="8550524" cy="362139"/>
          </a:xfrm>
        </p:grpSpPr>
        <p:sp>
          <p:nvSpPr>
            <p:cNvPr id="1263" name="Google Shape;1263;p100"/>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264" name="Google Shape;1264;p100"/>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265" name="Google Shape;1265;p100"/>
          <p:cNvGrpSpPr/>
          <p:nvPr/>
        </p:nvGrpSpPr>
        <p:grpSpPr>
          <a:xfrm>
            <a:off x="-31750" y="593074"/>
            <a:ext cx="5013325" cy="548371"/>
            <a:chOff x="171461" y="-8625"/>
            <a:chExt cx="3807076" cy="548625"/>
          </a:xfrm>
        </p:grpSpPr>
        <p:sp>
          <p:nvSpPr>
            <p:cNvPr id="1266" name="Google Shape;1266;p100"/>
            <p:cNvSpPr/>
            <p:nvPr/>
          </p:nvSpPr>
          <p:spPr>
            <a:xfrm flipH="1">
              <a:off x="171461"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Root Variables</a:t>
              </a:r>
              <a:endParaRPr b="1" i="0" sz="1800" u="none">
                <a:solidFill>
                  <a:srgbClr val="FFFFFF"/>
                </a:solidFill>
                <a:latin typeface="Calibri"/>
                <a:ea typeface="Calibri"/>
                <a:cs typeface="Calibri"/>
                <a:sym typeface="Calibri"/>
              </a:endParaRPr>
            </a:p>
          </p:txBody>
        </p:sp>
        <p:sp>
          <p:nvSpPr>
            <p:cNvPr id="1267" name="Google Shape;1267;p100"/>
            <p:cNvSpPr/>
            <p:nvPr/>
          </p:nvSpPr>
          <p:spPr>
            <a:xfrm flipH="1" rot="10800000">
              <a:off x="3438536" y="-8625"/>
              <a:ext cx="540001"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268" name="Google Shape;1268;p100"/>
          <p:cNvSpPr/>
          <p:nvPr/>
        </p:nvSpPr>
        <p:spPr>
          <a:xfrm>
            <a:off x="1297305" y="1275964"/>
            <a:ext cx="7846695" cy="4847994"/>
          </a:xfrm>
          <a:prstGeom prst="rect">
            <a:avLst/>
          </a:prstGeom>
          <a:noFill/>
          <a:ln>
            <a:noFill/>
          </a:ln>
        </p:spPr>
        <p:txBody>
          <a:bodyPr anchorCtr="0" anchor="t" bIns="45700" lIns="91425" spcFirstLastPara="1" rIns="91425" wrap="square" tIns="45700">
            <a:noAutofit/>
          </a:bodyPr>
          <a:lstStyle/>
          <a:p>
            <a:pPr indent="-285750" lvl="1" marL="6286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The var() function is used to insert the value of a CSS variable.</a:t>
            </a:r>
            <a:endParaRPr/>
          </a:p>
          <a:p>
            <a:pPr indent="-184150" lvl="1" marL="628650" marR="0" rtl="0" algn="just">
              <a:lnSpc>
                <a:spcPct val="15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285750" lvl="1" marL="628650" marR="0" rtl="0" algn="just">
              <a:lnSpc>
                <a:spcPct val="150000"/>
              </a:lnSpc>
              <a:spcBef>
                <a:spcPts val="0"/>
              </a:spcBef>
              <a:spcAft>
                <a:spcPts val="0"/>
              </a:spcAft>
              <a:buClr>
                <a:srgbClr val="000000"/>
              </a:buClr>
              <a:buSzPts val="1600"/>
              <a:buFont typeface="Arial"/>
              <a:buChar char="•"/>
            </a:pPr>
            <a:r>
              <a:rPr b="0" i="0" lang="en" sz="1600" u="none" cap="none" strike="noStrike">
                <a:solidFill>
                  <a:srgbClr val="000000"/>
                </a:solidFill>
                <a:latin typeface="Arial"/>
                <a:ea typeface="Arial"/>
                <a:cs typeface="Arial"/>
                <a:sym typeface="Arial"/>
              </a:rPr>
              <a:t>CSS variables have access to the DOM, which means that you can create variables with local or global scope, change the variables with JavaScript, and change the variables based on media queries.</a:t>
            </a:r>
            <a:endParaRPr/>
          </a:p>
          <a:p>
            <a:pPr indent="-184150" lvl="1" marL="628650" marR="0" rtl="0" algn="just">
              <a:lnSpc>
                <a:spcPct val="150000"/>
              </a:lnSpc>
              <a:spcBef>
                <a:spcPts val="0"/>
              </a:spcBef>
              <a:spcAft>
                <a:spcPts val="0"/>
              </a:spcAft>
              <a:buClr>
                <a:schemeClr val="dk1"/>
              </a:buClr>
              <a:buSzPts val="1600"/>
              <a:buFont typeface="Arial"/>
              <a:buNone/>
            </a:pPr>
            <a:r>
              <a:t/>
            </a:r>
            <a:endParaRPr b="0" i="0" sz="1600" u="none" cap="none" strike="noStrike">
              <a:solidFill>
                <a:srgbClr val="000000"/>
              </a:solidFill>
              <a:latin typeface="Arial"/>
              <a:ea typeface="Arial"/>
              <a:cs typeface="Arial"/>
              <a:sym typeface="Arial"/>
            </a:endParaRPr>
          </a:p>
          <a:p>
            <a:pPr indent="-285750" lvl="1" marL="628650" marR="0" rtl="0" algn="just">
              <a:lnSpc>
                <a:spcPct val="150000"/>
              </a:lnSpc>
              <a:spcBef>
                <a:spcPts val="0"/>
              </a:spcBef>
              <a:spcAft>
                <a:spcPts val="0"/>
              </a:spcAft>
              <a:buClr>
                <a:srgbClr val="000000"/>
              </a:buClr>
              <a:buSzPts val="1600"/>
              <a:buFont typeface="Arial"/>
              <a:buChar char="•"/>
            </a:pPr>
            <a:r>
              <a:rPr b="0" i="0" lang="en" sz="1600" u="none" cap="none" strike="noStrike">
                <a:solidFill>
                  <a:srgbClr val="000000"/>
                </a:solidFill>
                <a:latin typeface="Arial"/>
                <a:ea typeface="Arial"/>
                <a:cs typeface="Arial"/>
                <a:sym typeface="Arial"/>
              </a:rPr>
              <a:t>We will use :root for making variables in css. </a:t>
            </a:r>
            <a:endParaRPr/>
          </a:p>
          <a:p>
            <a:pPr indent="0" lvl="1" marL="342900" marR="0" rtl="0" algn="just">
              <a:lnSpc>
                <a:spcPct val="150000"/>
              </a:lnSpc>
              <a:spcBef>
                <a:spcPts val="0"/>
              </a:spcBef>
              <a:spcAft>
                <a:spcPts val="0"/>
              </a:spcAft>
              <a:buClr>
                <a:srgbClr val="A52A2A"/>
              </a:buClr>
              <a:buSzPts val="1400"/>
              <a:buFont typeface="Arial"/>
              <a:buNone/>
            </a:pPr>
            <a:r>
              <a:rPr b="0" i="0" lang="en" sz="1400" u="none" cap="none" strike="noStrike">
                <a:solidFill>
                  <a:srgbClr val="A52A2A"/>
                </a:solidFill>
                <a:latin typeface="Consolas"/>
                <a:ea typeface="Consolas"/>
                <a:cs typeface="Consolas"/>
                <a:sym typeface="Consolas"/>
              </a:rPr>
              <a:t>:root </a:t>
            </a:r>
            <a:r>
              <a:rPr b="0" i="0" lang="en" sz="1400" u="none" cap="none" strike="noStrike">
                <a:solidFill>
                  <a:srgbClr val="000000"/>
                </a:solidFill>
                <a:latin typeface="Consolas"/>
                <a:ea typeface="Consolas"/>
                <a:cs typeface="Consolas"/>
                <a:sym typeface="Consolas"/>
              </a:rPr>
              <a:t>{</a:t>
            </a:r>
            <a:endParaRPr b="0" i="0" sz="1400" u="none" cap="none" strike="noStrike">
              <a:solidFill>
                <a:srgbClr val="FF0000"/>
              </a:solidFill>
              <a:latin typeface="Consolas"/>
              <a:ea typeface="Consolas"/>
              <a:cs typeface="Consolas"/>
              <a:sym typeface="Consolas"/>
            </a:endParaRPr>
          </a:p>
          <a:p>
            <a:pPr indent="0" lvl="1" marL="342900" marR="0" rtl="0" algn="l">
              <a:lnSpc>
                <a:spcPct val="150000"/>
              </a:lnSpc>
              <a:spcBef>
                <a:spcPts val="0"/>
              </a:spcBef>
              <a:spcAft>
                <a:spcPts val="0"/>
              </a:spcAft>
              <a:buClr>
                <a:srgbClr val="FF0000"/>
              </a:buClr>
              <a:buSzPts val="1400"/>
              <a:buFont typeface="Arial"/>
              <a:buNone/>
            </a:pPr>
            <a:r>
              <a:rPr b="0" i="0" lang="en" sz="1400" u="none" cap="none" strike="noStrike">
                <a:solidFill>
                  <a:srgbClr val="FF0000"/>
                </a:solidFill>
                <a:latin typeface="Consolas"/>
                <a:ea typeface="Consolas"/>
                <a:cs typeface="Consolas"/>
                <a:sym typeface="Consolas"/>
              </a:rPr>
              <a:t>	--blue</a:t>
            </a:r>
            <a:r>
              <a:rPr b="0" i="0" lang="en" sz="1400" u="none" cap="none" strike="noStrike">
                <a:solidFill>
                  <a:srgbClr val="000000"/>
                </a:solidFill>
                <a:latin typeface="Consolas"/>
                <a:ea typeface="Consolas"/>
                <a:cs typeface="Consolas"/>
                <a:sym typeface="Consolas"/>
              </a:rPr>
              <a:t>:  </a:t>
            </a:r>
            <a:r>
              <a:rPr b="0" i="0" lang="en" sz="1400" u="none" cap="none" strike="noStrike">
                <a:solidFill>
                  <a:srgbClr val="0000CD"/>
                </a:solidFill>
                <a:latin typeface="Consolas"/>
                <a:ea typeface="Consolas"/>
                <a:cs typeface="Consolas"/>
                <a:sym typeface="Consolas"/>
              </a:rPr>
              <a:t>#1e90ff</a:t>
            </a:r>
            <a:r>
              <a:rPr b="0" i="0" lang="en" sz="1400" u="none" cap="none" strike="noStrike">
                <a:solidFill>
                  <a:srgbClr val="000000"/>
                </a:solidFill>
                <a:latin typeface="Consolas"/>
                <a:ea typeface="Consolas"/>
                <a:cs typeface="Consolas"/>
                <a:sym typeface="Consolas"/>
              </a:rPr>
              <a:t>;</a:t>
            </a:r>
            <a:br>
              <a:rPr b="0" i="0" lang="en" sz="1400" u="none" cap="none" strike="noStrike">
                <a:solidFill>
                  <a:srgbClr val="FF0000"/>
                </a:solidFill>
                <a:latin typeface="Consolas"/>
                <a:ea typeface="Consolas"/>
                <a:cs typeface="Consolas"/>
                <a:sym typeface="Consolas"/>
              </a:rPr>
            </a:br>
            <a:r>
              <a:rPr b="0" i="0" lang="en" sz="1400" u="none" cap="none" strike="noStrike">
                <a:solidFill>
                  <a:srgbClr val="FF0000"/>
                </a:solidFill>
                <a:latin typeface="Consolas"/>
                <a:ea typeface="Consolas"/>
                <a:cs typeface="Consolas"/>
                <a:sym typeface="Consolas"/>
              </a:rPr>
              <a:t>  	--white</a:t>
            </a:r>
            <a:r>
              <a:rPr b="0" i="0" lang="en" sz="1400" u="none" cap="none" strike="noStrike">
                <a:solidFill>
                  <a:srgbClr val="000000"/>
                </a:solidFill>
                <a:latin typeface="Consolas"/>
                <a:ea typeface="Consolas"/>
                <a:cs typeface="Consolas"/>
                <a:sym typeface="Consolas"/>
              </a:rPr>
              <a:t>:</a:t>
            </a:r>
            <a:r>
              <a:rPr b="0" i="0" lang="en" sz="1400" u="none" cap="none" strike="noStrike">
                <a:solidFill>
                  <a:srgbClr val="0000CD"/>
                </a:solidFill>
                <a:latin typeface="Consolas"/>
                <a:ea typeface="Consolas"/>
                <a:cs typeface="Consolas"/>
                <a:sym typeface="Consolas"/>
              </a:rPr>
              <a:t> #ffffff</a:t>
            </a:r>
            <a:r>
              <a:rPr b="0" i="0" lang="en" sz="1400" u="none" cap="none" strike="noStrike">
                <a:solidFill>
                  <a:srgbClr val="000000"/>
                </a:solidFill>
                <a:latin typeface="Consolas"/>
                <a:ea typeface="Consolas"/>
                <a:cs typeface="Consolas"/>
                <a:sym typeface="Consolas"/>
              </a:rPr>
              <a:t>;</a:t>
            </a:r>
            <a:endParaRPr b="0" i="0" sz="1400" u="none" cap="none" strike="noStrike">
              <a:solidFill>
                <a:srgbClr val="FF0000"/>
              </a:solidFill>
              <a:latin typeface="Consolas"/>
              <a:ea typeface="Consolas"/>
              <a:cs typeface="Consolas"/>
              <a:sym typeface="Consolas"/>
            </a:endParaRPr>
          </a:p>
          <a:p>
            <a:pPr indent="0" lvl="1" marL="342900" marR="0" rtl="0" algn="l">
              <a:lnSpc>
                <a:spcPct val="150000"/>
              </a:lnSpc>
              <a:spcBef>
                <a:spcPts val="0"/>
              </a:spcBef>
              <a:spcAft>
                <a:spcPts val="0"/>
              </a:spcAft>
              <a:buClr>
                <a:srgbClr val="FF0000"/>
              </a:buClr>
              <a:buSzPts val="1400"/>
              <a:buFont typeface="Arial"/>
              <a:buNone/>
            </a:pPr>
            <a:r>
              <a:rPr b="0" i="0" lang="en" sz="1400" u="none" cap="none" strike="noStrike">
                <a:solidFill>
                  <a:srgbClr val="FF0000"/>
                </a:solidFill>
                <a:latin typeface="Consolas"/>
                <a:ea typeface="Consolas"/>
                <a:cs typeface="Consolas"/>
                <a:sym typeface="Consolas"/>
              </a:rPr>
              <a:t>	</a:t>
            </a:r>
            <a:r>
              <a:rPr b="0" i="0" lang="en" sz="1400" u="none" cap="none" strike="noStrike">
                <a:solidFill>
                  <a:srgbClr val="000000"/>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184150" lvl="1" marL="628650" marR="0" rtl="0" algn="just">
              <a:lnSpc>
                <a:spcPct val="150000"/>
              </a:lnSpc>
              <a:spcBef>
                <a:spcPts val="0"/>
              </a:spcBef>
              <a:spcAft>
                <a:spcPts val="0"/>
              </a:spcAft>
              <a:buClr>
                <a:schemeClr val="dk1"/>
              </a:buClr>
              <a:buSzPts val="1600"/>
              <a:buFont typeface="Arial"/>
              <a:buNone/>
            </a:pPr>
            <a:r>
              <a:t/>
            </a:r>
            <a:endParaRPr b="0" i="0" sz="1600" u="none" cap="none" strike="noStrike">
              <a:solidFill>
                <a:srgbClr val="000000"/>
              </a:solidFill>
              <a:latin typeface="Arial"/>
              <a:ea typeface="Arial"/>
              <a:cs typeface="Arial"/>
              <a:sym typeface="Arial"/>
            </a:endParaRPr>
          </a:p>
          <a:p>
            <a:pPr indent="-184150" lvl="1" marL="628650" marR="0" rtl="0" algn="just">
              <a:lnSpc>
                <a:spcPct val="15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p:txBody>
      </p:sp>
    </p:spTree>
  </p:cSld>
  <p:clrMapOvr>
    <a:masterClrMapping/>
  </p:clrMapOvr>
  <p:transition spd="slow">
    <p:push/>
  </p:transition>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2" name="Shape 1272"/>
        <p:cNvGrpSpPr/>
        <p:nvPr/>
      </p:nvGrpSpPr>
      <p:grpSpPr>
        <a:xfrm>
          <a:off x="0" y="0"/>
          <a:ext cx="0" cy="0"/>
          <a:chOff x="0" y="0"/>
          <a:chExt cx="0" cy="0"/>
        </a:xfrm>
      </p:grpSpPr>
      <p:sp>
        <p:nvSpPr>
          <p:cNvPr id="1273" name="Google Shape;1273;p101"/>
          <p:cNvSpPr/>
          <p:nvPr/>
        </p:nvSpPr>
        <p:spPr>
          <a:xfrm flipH="1">
            <a:off x="593725" y="61220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274" name="Google Shape;1274;p101"/>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275" name="Google Shape;1275;p101"/>
          <p:cNvGrpSpPr/>
          <p:nvPr/>
        </p:nvGrpSpPr>
        <p:grpSpPr>
          <a:xfrm>
            <a:off x="593725" y="237958"/>
            <a:ext cx="8550275" cy="361950"/>
            <a:chOff x="0" y="0"/>
            <a:chExt cx="8550524" cy="362139"/>
          </a:xfrm>
        </p:grpSpPr>
        <p:sp>
          <p:nvSpPr>
            <p:cNvPr id="1276" name="Google Shape;1276;p101"/>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277" name="Google Shape;1277;p101"/>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278" name="Google Shape;1278;p101"/>
          <p:cNvGrpSpPr/>
          <p:nvPr/>
        </p:nvGrpSpPr>
        <p:grpSpPr>
          <a:xfrm>
            <a:off x="-31750" y="593074"/>
            <a:ext cx="5013325" cy="548371"/>
            <a:chOff x="171461" y="-8625"/>
            <a:chExt cx="3807076" cy="548625"/>
          </a:xfrm>
        </p:grpSpPr>
        <p:sp>
          <p:nvSpPr>
            <p:cNvPr id="1279" name="Google Shape;1279;p101"/>
            <p:cNvSpPr/>
            <p:nvPr/>
          </p:nvSpPr>
          <p:spPr>
            <a:xfrm flipH="1">
              <a:off x="171461"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Projects</a:t>
              </a:r>
              <a:endParaRPr b="1" i="0" sz="1800" u="none">
                <a:solidFill>
                  <a:srgbClr val="FFFFFF"/>
                </a:solidFill>
                <a:latin typeface="Calibri"/>
                <a:ea typeface="Calibri"/>
                <a:cs typeface="Calibri"/>
                <a:sym typeface="Calibri"/>
              </a:endParaRPr>
            </a:p>
          </p:txBody>
        </p:sp>
        <p:sp>
          <p:nvSpPr>
            <p:cNvPr id="1280" name="Google Shape;1280;p101"/>
            <p:cNvSpPr/>
            <p:nvPr/>
          </p:nvSpPr>
          <p:spPr>
            <a:xfrm flipH="1" rot="10800000">
              <a:off x="3438536" y="-8625"/>
              <a:ext cx="540001"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pic>
        <p:nvPicPr>
          <p:cNvPr id="1281" name="Google Shape;1281;p101"/>
          <p:cNvPicPr preferRelativeResize="0"/>
          <p:nvPr/>
        </p:nvPicPr>
        <p:blipFill rotWithShape="1">
          <a:blip r:embed="rId3">
            <a:alphaModFix/>
          </a:blip>
          <a:srcRect b="0" l="0" r="0" t="0"/>
          <a:stretch/>
        </p:blipFill>
        <p:spPr>
          <a:xfrm>
            <a:off x="4191296" y="1278192"/>
            <a:ext cx="4655575" cy="3491681"/>
          </a:xfrm>
          <a:prstGeom prst="rect">
            <a:avLst/>
          </a:prstGeom>
          <a:noFill/>
          <a:ln>
            <a:noFill/>
          </a:ln>
        </p:spPr>
      </p:pic>
      <p:sp>
        <p:nvSpPr>
          <p:cNvPr id="1282" name="Google Shape;1282;p101"/>
          <p:cNvSpPr/>
          <p:nvPr/>
        </p:nvSpPr>
        <p:spPr>
          <a:xfrm>
            <a:off x="884351" y="2284823"/>
            <a:ext cx="7846695" cy="1478418"/>
          </a:xfrm>
          <a:prstGeom prst="rect">
            <a:avLst/>
          </a:prstGeom>
          <a:noFill/>
          <a:ln>
            <a:noFill/>
          </a:ln>
        </p:spPr>
        <p:txBody>
          <a:bodyPr anchorCtr="0" anchor="t" bIns="45700" lIns="91425" spcFirstLastPara="1" rIns="91425" wrap="square" tIns="45700">
            <a:noAutofit/>
          </a:bodyPr>
          <a:lstStyle/>
          <a:p>
            <a:pPr indent="0" lvl="1" marL="342900" marR="0" rtl="0" algn="just">
              <a:lnSpc>
                <a:spcPct val="150000"/>
              </a:lnSpc>
              <a:spcBef>
                <a:spcPts val="0"/>
              </a:spcBef>
              <a:spcAft>
                <a:spcPts val="0"/>
              </a:spcAft>
              <a:buClr>
                <a:srgbClr val="6666FF"/>
              </a:buClr>
              <a:buSzPts val="3200"/>
              <a:buFont typeface="Arial"/>
              <a:buNone/>
            </a:pPr>
            <a:r>
              <a:rPr b="0" i="0" lang="en" sz="3200" u="none" cap="none" strike="noStrike">
                <a:solidFill>
                  <a:srgbClr val="6666FF"/>
                </a:solidFill>
                <a:latin typeface="Arial"/>
                <a:ea typeface="Arial"/>
                <a:cs typeface="Arial"/>
                <a:sym typeface="Arial"/>
              </a:rPr>
              <a:t>It’s Time to </a:t>
            </a:r>
            <a:endParaRPr/>
          </a:p>
          <a:p>
            <a:pPr indent="0" lvl="1" marL="342900" marR="0" rtl="0" algn="just">
              <a:lnSpc>
                <a:spcPct val="150000"/>
              </a:lnSpc>
              <a:spcBef>
                <a:spcPts val="0"/>
              </a:spcBef>
              <a:spcAft>
                <a:spcPts val="0"/>
              </a:spcAft>
              <a:buClr>
                <a:srgbClr val="6666FF"/>
              </a:buClr>
              <a:buSzPts val="3200"/>
              <a:buFont typeface="Arial"/>
              <a:buNone/>
            </a:pPr>
            <a:r>
              <a:rPr b="0" i="0" lang="en" sz="3200" u="none" cap="none" strike="noStrike">
                <a:solidFill>
                  <a:srgbClr val="6666FF"/>
                </a:solidFill>
                <a:latin typeface="Arial"/>
                <a:ea typeface="Arial"/>
                <a:cs typeface="Arial"/>
                <a:sym typeface="Arial"/>
              </a:rPr>
              <a:t>do Projects</a:t>
            </a:r>
            <a:endParaRPr b="0" i="0" sz="2400" u="none" cap="none" strike="noStrike">
              <a:solidFill>
                <a:srgbClr val="6666FF"/>
              </a:solidFill>
              <a:latin typeface="Arial"/>
              <a:ea typeface="Arial"/>
              <a:cs typeface="Arial"/>
              <a:sym typeface="Arial"/>
            </a:endParaRPr>
          </a:p>
        </p:txBody>
      </p:sp>
    </p:spTree>
  </p:cSld>
  <p:clrMapOvr>
    <a:masterClrMapping/>
  </p:clrMapOvr>
  <p:transition spd="slow">
    <p:push/>
  </p:transition>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6" name="Shape 1286"/>
        <p:cNvGrpSpPr/>
        <p:nvPr/>
      </p:nvGrpSpPr>
      <p:grpSpPr>
        <a:xfrm>
          <a:off x="0" y="0"/>
          <a:ext cx="0" cy="0"/>
          <a:chOff x="0" y="0"/>
          <a:chExt cx="0" cy="0"/>
        </a:xfrm>
      </p:grpSpPr>
      <p:grpSp>
        <p:nvGrpSpPr>
          <p:cNvPr id="1287" name="Google Shape;1287;p102"/>
          <p:cNvGrpSpPr/>
          <p:nvPr/>
        </p:nvGrpSpPr>
        <p:grpSpPr>
          <a:xfrm>
            <a:off x="7811196" y="2463631"/>
            <a:ext cx="1344184" cy="2137698"/>
            <a:chOff x="404519" y="328176"/>
            <a:chExt cx="1343565" cy="2138328"/>
          </a:xfrm>
        </p:grpSpPr>
        <p:sp>
          <p:nvSpPr>
            <p:cNvPr id="1288" name="Google Shape;1288;p102"/>
            <p:cNvSpPr/>
            <p:nvPr/>
          </p:nvSpPr>
          <p:spPr>
            <a:xfrm>
              <a:off x="408327" y="328176"/>
              <a:ext cx="1008000" cy="115019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cap="none" strike="noStrike">
                <a:solidFill>
                  <a:srgbClr val="FFFFFF"/>
                </a:solidFill>
                <a:latin typeface="Calibri"/>
                <a:ea typeface="Calibri"/>
                <a:cs typeface="Calibri"/>
                <a:sym typeface="Calibri"/>
              </a:endParaRPr>
            </a:p>
          </p:txBody>
        </p:sp>
        <p:sp>
          <p:nvSpPr>
            <p:cNvPr id="1289" name="Google Shape;1289;p102"/>
            <p:cNvSpPr/>
            <p:nvPr/>
          </p:nvSpPr>
          <p:spPr>
            <a:xfrm flipH="1" rot="-5400000">
              <a:off x="404519" y="1458503"/>
              <a:ext cx="1008000" cy="1008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cap="none" strike="noStrike">
                <a:solidFill>
                  <a:srgbClr val="FFFFFF"/>
                </a:solidFill>
                <a:latin typeface="Calibri"/>
                <a:ea typeface="Calibri"/>
                <a:cs typeface="Calibri"/>
                <a:sym typeface="Calibri"/>
              </a:endParaRPr>
            </a:p>
          </p:txBody>
        </p:sp>
        <p:sp>
          <p:nvSpPr>
            <p:cNvPr id="1290" name="Google Shape;1290;p102"/>
            <p:cNvSpPr/>
            <p:nvPr/>
          </p:nvSpPr>
          <p:spPr>
            <a:xfrm>
              <a:off x="1402569" y="1458504"/>
              <a:ext cx="345515" cy="10080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cap="none" strike="noStrike">
                <a:solidFill>
                  <a:srgbClr val="FFFFFF"/>
                </a:solidFill>
                <a:latin typeface="Calibri"/>
                <a:ea typeface="Calibri"/>
                <a:cs typeface="Calibri"/>
                <a:sym typeface="Calibri"/>
              </a:endParaRPr>
            </a:p>
          </p:txBody>
        </p:sp>
      </p:grpSp>
      <p:sp>
        <p:nvSpPr>
          <p:cNvPr id="1291" name="Google Shape;1291;p102"/>
          <p:cNvSpPr/>
          <p:nvPr/>
        </p:nvSpPr>
        <p:spPr>
          <a:xfrm flipH="1">
            <a:off x="735013" y="0"/>
            <a:ext cx="576262" cy="211296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cap="none" strike="noStrike">
              <a:solidFill>
                <a:srgbClr val="FFFFFF"/>
              </a:solidFill>
              <a:latin typeface="Calibri"/>
              <a:ea typeface="Calibri"/>
              <a:cs typeface="Calibri"/>
              <a:sym typeface="Calibri"/>
            </a:endParaRPr>
          </a:p>
        </p:txBody>
      </p:sp>
      <p:grpSp>
        <p:nvGrpSpPr>
          <p:cNvPr id="1292" name="Google Shape;1292;p102"/>
          <p:cNvGrpSpPr/>
          <p:nvPr/>
        </p:nvGrpSpPr>
        <p:grpSpPr>
          <a:xfrm>
            <a:off x="0" y="1314659"/>
            <a:ext cx="8819661" cy="2016570"/>
            <a:chOff x="1" y="180836"/>
            <a:chExt cx="8882243" cy="1724835"/>
          </a:xfrm>
        </p:grpSpPr>
        <p:grpSp>
          <p:nvGrpSpPr>
            <p:cNvPr id="1293" name="Google Shape;1293;p102"/>
            <p:cNvGrpSpPr/>
            <p:nvPr/>
          </p:nvGrpSpPr>
          <p:grpSpPr>
            <a:xfrm>
              <a:off x="1" y="180836"/>
              <a:ext cx="8882243" cy="1724835"/>
              <a:chOff x="1" y="180836"/>
              <a:chExt cx="8882243" cy="1724835"/>
            </a:xfrm>
          </p:grpSpPr>
          <p:sp>
            <p:nvSpPr>
              <p:cNvPr id="1294" name="Google Shape;1294;p102"/>
              <p:cNvSpPr/>
              <p:nvPr/>
            </p:nvSpPr>
            <p:spPr>
              <a:xfrm>
                <a:off x="1" y="190897"/>
                <a:ext cx="7874243" cy="1714774"/>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cap="none" strike="noStrike">
                  <a:solidFill>
                    <a:srgbClr val="FFFFFF"/>
                  </a:solidFill>
                  <a:latin typeface="Calibri"/>
                  <a:ea typeface="Calibri"/>
                  <a:cs typeface="Calibri"/>
                  <a:sym typeface="Calibri"/>
                </a:endParaRPr>
              </a:p>
            </p:txBody>
          </p:sp>
          <p:sp>
            <p:nvSpPr>
              <p:cNvPr id="1295" name="Google Shape;1295;p102"/>
              <p:cNvSpPr/>
              <p:nvPr/>
            </p:nvSpPr>
            <p:spPr>
              <a:xfrm>
                <a:off x="7874244" y="180836"/>
                <a:ext cx="1008000" cy="1008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cap="none" strike="noStrike">
                  <a:solidFill>
                    <a:srgbClr val="FFFFFF"/>
                  </a:solidFill>
                  <a:latin typeface="Calibri"/>
                  <a:ea typeface="Calibri"/>
                  <a:cs typeface="Calibri"/>
                  <a:sym typeface="Calibri"/>
                </a:endParaRPr>
              </a:p>
            </p:txBody>
          </p:sp>
        </p:grpSp>
        <p:sp>
          <p:nvSpPr>
            <p:cNvPr id="1296" name="Google Shape;1296;p102"/>
            <p:cNvSpPr/>
            <p:nvPr/>
          </p:nvSpPr>
          <p:spPr>
            <a:xfrm>
              <a:off x="873114" y="640245"/>
              <a:ext cx="5204577" cy="816077"/>
            </a:xfrm>
            <a:prstGeom prst="rect">
              <a:avLst/>
            </a:prstGeom>
            <a:solidFill>
              <a:srgbClr val="6666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3600"/>
                <a:buFont typeface="Arial"/>
                <a:buNone/>
              </a:pPr>
              <a:r>
                <a:rPr b="1" i="0" lang="en" sz="3600" u="none" cap="none" strike="noStrike">
                  <a:solidFill>
                    <a:schemeClr val="lt1"/>
                  </a:solidFill>
                  <a:latin typeface="Microsoft YaHei"/>
                  <a:ea typeface="Microsoft YaHei"/>
                  <a:cs typeface="Microsoft YaHei"/>
                  <a:sym typeface="Microsoft YaHei"/>
                </a:rPr>
                <a:t>JavaScript</a:t>
              </a:r>
              <a:endParaRPr/>
            </a:p>
            <a:p>
              <a:pPr indent="0" lvl="0" marL="0" marR="0" rtl="0" algn="l">
                <a:lnSpc>
                  <a:spcPct val="100000"/>
                </a:lnSpc>
                <a:spcBef>
                  <a:spcPts val="0"/>
                </a:spcBef>
                <a:spcAft>
                  <a:spcPts val="0"/>
                </a:spcAft>
                <a:buClr>
                  <a:schemeClr val="lt1"/>
                </a:buClr>
                <a:buSzPts val="2000"/>
                <a:buFont typeface="Arial"/>
                <a:buNone/>
              </a:pPr>
              <a:r>
                <a:rPr b="1" i="0" lang="en" sz="2000" u="none">
                  <a:solidFill>
                    <a:schemeClr val="lt1"/>
                  </a:solidFill>
                  <a:latin typeface="Microsoft YaHei"/>
                  <a:ea typeface="Microsoft YaHei"/>
                  <a:cs typeface="Microsoft YaHei"/>
                  <a:sym typeface="Microsoft YaHei"/>
                </a:rPr>
                <a:t>Programming Language</a:t>
              </a:r>
              <a:endParaRPr b="0" i="0" sz="1400" u="none">
                <a:solidFill>
                  <a:schemeClr val="lt1"/>
                </a:solidFill>
                <a:latin typeface="Microsoft YaHei"/>
                <a:ea typeface="Microsoft YaHei"/>
                <a:cs typeface="Microsoft YaHei"/>
                <a:sym typeface="Microsoft YaHei"/>
              </a:endParaRPr>
            </a:p>
          </p:txBody>
        </p:sp>
      </p:grpSp>
      <p:sp>
        <p:nvSpPr>
          <p:cNvPr id="1297" name="Google Shape;1297;p102"/>
          <p:cNvSpPr/>
          <p:nvPr/>
        </p:nvSpPr>
        <p:spPr>
          <a:xfrm flipH="1" rot="-5400000">
            <a:off x="736442" y="3304699"/>
            <a:ext cx="573405" cy="57785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Tree>
  </p:cSld>
  <p:clrMapOvr>
    <a:masterClrMapping/>
  </p:clrMapOvr>
  <p:transition spd="slow">
    <p:push/>
  </p:transition>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1" name="Shape 1301"/>
        <p:cNvGrpSpPr/>
        <p:nvPr/>
      </p:nvGrpSpPr>
      <p:grpSpPr>
        <a:xfrm>
          <a:off x="0" y="0"/>
          <a:ext cx="0" cy="0"/>
          <a:chOff x="0" y="0"/>
          <a:chExt cx="0" cy="0"/>
        </a:xfrm>
      </p:grpSpPr>
      <p:sp>
        <p:nvSpPr>
          <p:cNvPr id="1302" name="Google Shape;1302;p103"/>
          <p:cNvSpPr/>
          <p:nvPr/>
        </p:nvSpPr>
        <p:spPr>
          <a:xfrm flipH="1">
            <a:off x="593725" y="608378"/>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303" name="Google Shape;1303;p103"/>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304" name="Google Shape;1304;p103"/>
          <p:cNvGrpSpPr/>
          <p:nvPr/>
        </p:nvGrpSpPr>
        <p:grpSpPr>
          <a:xfrm>
            <a:off x="593725" y="223202"/>
            <a:ext cx="8550275" cy="361950"/>
            <a:chOff x="0" y="0"/>
            <a:chExt cx="8550524" cy="362139"/>
          </a:xfrm>
        </p:grpSpPr>
        <p:sp>
          <p:nvSpPr>
            <p:cNvPr id="1305" name="Google Shape;1305;p103"/>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306" name="Google Shape;1306;p103"/>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307" name="Google Shape;1307;p103"/>
          <p:cNvGrpSpPr/>
          <p:nvPr/>
        </p:nvGrpSpPr>
        <p:grpSpPr>
          <a:xfrm>
            <a:off x="3826" y="583014"/>
            <a:ext cx="4568174" cy="539750"/>
            <a:chOff x="0" y="0"/>
            <a:chExt cx="3807075" cy="540000"/>
          </a:xfrm>
        </p:grpSpPr>
        <p:sp>
          <p:nvSpPr>
            <p:cNvPr id="1308" name="Google Shape;1308;p103"/>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JavaScript</a:t>
              </a:r>
              <a:endParaRPr/>
            </a:p>
          </p:txBody>
        </p:sp>
        <p:sp>
          <p:nvSpPr>
            <p:cNvPr id="1309" name="Google Shape;1309;p103"/>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pic>
        <p:nvPicPr>
          <p:cNvPr id="1310" name="Google Shape;1310;p103"/>
          <p:cNvPicPr preferRelativeResize="0"/>
          <p:nvPr/>
        </p:nvPicPr>
        <p:blipFill rotWithShape="1">
          <a:blip r:embed="rId3">
            <a:alphaModFix/>
          </a:blip>
          <a:srcRect b="0" l="0" r="0" t="0"/>
          <a:stretch/>
        </p:blipFill>
        <p:spPr>
          <a:xfrm>
            <a:off x="5746340" y="1122764"/>
            <a:ext cx="3757152" cy="3757152"/>
          </a:xfrm>
          <a:prstGeom prst="rect">
            <a:avLst/>
          </a:prstGeom>
          <a:noFill/>
          <a:ln>
            <a:noFill/>
          </a:ln>
        </p:spPr>
      </p:pic>
      <p:sp>
        <p:nvSpPr>
          <p:cNvPr id="1311" name="Google Shape;1311;p103"/>
          <p:cNvSpPr txBox="1"/>
          <p:nvPr/>
        </p:nvSpPr>
        <p:spPr>
          <a:xfrm>
            <a:off x="1429877" y="1450260"/>
            <a:ext cx="4753896" cy="2862835"/>
          </a:xfrm>
          <a:prstGeom prst="rect">
            <a:avLst/>
          </a:prstGeom>
          <a:noFill/>
          <a:ln>
            <a:noFill/>
          </a:ln>
        </p:spPr>
        <p:txBody>
          <a:bodyPr anchorCtr="0" anchor="t" bIns="45700" lIns="91425" spcFirstLastPara="1" rIns="91425" wrap="square" tIns="45700">
            <a:spAutoFit/>
          </a:bodyPr>
          <a:lstStyle/>
          <a:p>
            <a:pPr indent="-196850" lvl="0" marL="285750" marR="0" rtl="0" algn="l">
              <a:lnSpc>
                <a:spcPct val="150000"/>
              </a:lnSpc>
              <a:spcBef>
                <a:spcPts val="0"/>
              </a:spcBef>
              <a:spcAft>
                <a:spcPts val="0"/>
              </a:spcAft>
              <a:buClr>
                <a:schemeClr val="dk1"/>
              </a:buClr>
              <a:buSzPts val="1400"/>
              <a:buFont typeface="Arial"/>
              <a:buNone/>
            </a:pPr>
            <a:r>
              <a:t/>
            </a:r>
            <a:endParaRPr b="0" i="0" sz="1400" u="none">
              <a:solidFill>
                <a:schemeClr val="dk1"/>
              </a:solidFill>
              <a:latin typeface="Arial"/>
              <a:ea typeface="Arial"/>
              <a:cs typeface="Arial"/>
              <a:sym typeface="Arial"/>
            </a:endParaRPr>
          </a:p>
          <a:p>
            <a:pPr indent="-196850" lvl="0" marL="285750" marR="0" rtl="0" algn="l">
              <a:lnSpc>
                <a:spcPct val="150000"/>
              </a:lnSpc>
              <a:spcBef>
                <a:spcPts val="0"/>
              </a:spcBef>
              <a:spcAft>
                <a:spcPts val="0"/>
              </a:spcAft>
              <a:buClr>
                <a:schemeClr val="dk1"/>
              </a:buClr>
              <a:buSzPts val="1400"/>
              <a:buFont typeface="Arial"/>
              <a:buNone/>
            </a:pPr>
            <a:r>
              <a:t/>
            </a:r>
            <a:endParaRPr b="0" i="0" sz="1400" u="none">
              <a:solidFill>
                <a:schemeClr val="dk1"/>
              </a:solidFill>
              <a:latin typeface="Arial"/>
              <a:ea typeface="Arial"/>
              <a:cs typeface="Arial"/>
              <a:sym typeface="Arial"/>
            </a:endParaRPr>
          </a:p>
          <a:p>
            <a:pPr indent="-196850" lvl="0" marL="285750" marR="0" rtl="0" algn="l">
              <a:lnSpc>
                <a:spcPct val="150000"/>
              </a:lnSpc>
              <a:spcBef>
                <a:spcPts val="0"/>
              </a:spcBef>
              <a:spcAft>
                <a:spcPts val="0"/>
              </a:spcAft>
              <a:buClr>
                <a:schemeClr val="dk1"/>
              </a:buClr>
              <a:buSzPts val="1400"/>
              <a:buFont typeface="Arial"/>
              <a:buNone/>
            </a:pPr>
            <a:r>
              <a:t/>
            </a:r>
            <a:endParaRPr b="0" i="0" sz="1400" u="non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400"/>
              <a:buFont typeface="Arial"/>
              <a:buChar char="•"/>
            </a:pPr>
            <a:r>
              <a:rPr b="0" i="0" lang="en" sz="2400" u="none">
                <a:solidFill>
                  <a:schemeClr val="dk1"/>
                </a:solidFill>
                <a:latin typeface="Arial"/>
                <a:ea typeface="Arial"/>
                <a:cs typeface="Arial"/>
                <a:sym typeface="Arial"/>
              </a:rPr>
              <a:t>What do you know about </a:t>
            </a:r>
            <a:r>
              <a:rPr b="0" i="0" lang="en" sz="2400" u="none">
                <a:solidFill>
                  <a:srgbClr val="6666FF"/>
                </a:solidFill>
                <a:latin typeface="Arial"/>
                <a:ea typeface="Arial"/>
                <a:cs typeface="Arial"/>
                <a:sym typeface="Arial"/>
              </a:rPr>
              <a:t>coding</a:t>
            </a:r>
            <a:r>
              <a:rPr b="0" i="0" lang="en" sz="2400" u="none">
                <a:solidFill>
                  <a:schemeClr val="dk1"/>
                </a:solidFill>
                <a:latin typeface="Arial"/>
                <a:ea typeface="Arial"/>
                <a:cs typeface="Arial"/>
                <a:sym typeface="Arial"/>
              </a:rPr>
              <a:t>?</a:t>
            </a:r>
            <a:endParaRPr/>
          </a:p>
          <a:p>
            <a:pPr indent="-133350" lvl="0" marL="285750" marR="0" rtl="0" algn="l">
              <a:lnSpc>
                <a:spcPct val="150000"/>
              </a:lnSpc>
              <a:spcBef>
                <a:spcPts val="0"/>
              </a:spcBef>
              <a:spcAft>
                <a:spcPts val="0"/>
              </a:spcAft>
              <a:buClr>
                <a:schemeClr val="dk1"/>
              </a:buClr>
              <a:buSzPts val="2400"/>
              <a:buFont typeface="Arial"/>
              <a:buNone/>
            </a:pPr>
            <a:r>
              <a:t/>
            </a:r>
            <a:endParaRPr b="0" baseline="-25000" i="0" sz="2400" u="non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2400"/>
              <a:buFont typeface="Arial"/>
              <a:buNone/>
            </a:pPr>
            <a:r>
              <a:t/>
            </a:r>
            <a:endParaRPr b="0" baseline="-25000" i="0" sz="2400" u="none">
              <a:solidFill>
                <a:schemeClr val="dk1"/>
              </a:solidFill>
              <a:latin typeface="Arial"/>
              <a:ea typeface="Arial"/>
              <a:cs typeface="Arial"/>
              <a:sym typeface="Arial"/>
            </a:endParaRPr>
          </a:p>
        </p:txBody>
      </p:sp>
    </p:spTree>
  </p:cSld>
  <p:clrMapOvr>
    <a:masterClrMapping/>
  </p:clrMapOvr>
  <p:transition spd="slow">
    <p:push/>
  </p:transition>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5" name="Shape 1315"/>
        <p:cNvGrpSpPr/>
        <p:nvPr/>
      </p:nvGrpSpPr>
      <p:grpSpPr>
        <a:xfrm>
          <a:off x="0" y="0"/>
          <a:ext cx="0" cy="0"/>
          <a:chOff x="0" y="0"/>
          <a:chExt cx="0" cy="0"/>
        </a:xfrm>
      </p:grpSpPr>
      <p:sp>
        <p:nvSpPr>
          <p:cNvPr id="1316" name="Google Shape;1316;p104"/>
          <p:cNvSpPr/>
          <p:nvPr/>
        </p:nvSpPr>
        <p:spPr>
          <a:xfrm flipH="1">
            <a:off x="593725" y="608378"/>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317" name="Google Shape;1317;p104"/>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318" name="Google Shape;1318;p104"/>
          <p:cNvGrpSpPr/>
          <p:nvPr/>
        </p:nvGrpSpPr>
        <p:grpSpPr>
          <a:xfrm>
            <a:off x="593725" y="223202"/>
            <a:ext cx="8550275" cy="361950"/>
            <a:chOff x="0" y="0"/>
            <a:chExt cx="8550524" cy="362139"/>
          </a:xfrm>
        </p:grpSpPr>
        <p:sp>
          <p:nvSpPr>
            <p:cNvPr id="1319" name="Google Shape;1319;p104"/>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320" name="Google Shape;1320;p104"/>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321" name="Google Shape;1321;p104"/>
          <p:cNvGrpSpPr/>
          <p:nvPr/>
        </p:nvGrpSpPr>
        <p:grpSpPr>
          <a:xfrm>
            <a:off x="3826" y="583014"/>
            <a:ext cx="4568174" cy="539750"/>
            <a:chOff x="0" y="0"/>
            <a:chExt cx="3807075" cy="540000"/>
          </a:xfrm>
        </p:grpSpPr>
        <p:sp>
          <p:nvSpPr>
            <p:cNvPr id="1322" name="Google Shape;1322;p104"/>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JavaScript</a:t>
              </a:r>
              <a:endParaRPr/>
            </a:p>
          </p:txBody>
        </p:sp>
        <p:sp>
          <p:nvSpPr>
            <p:cNvPr id="1323" name="Google Shape;1323;p104"/>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324" name="Google Shape;1324;p104"/>
          <p:cNvSpPr txBox="1"/>
          <p:nvPr/>
        </p:nvSpPr>
        <p:spPr>
          <a:xfrm>
            <a:off x="1384935" y="1454785"/>
            <a:ext cx="6741795" cy="3486211"/>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JavaScript is a high-level, object-oriented, multi-paradigm programming language. </a:t>
            </a:r>
            <a:r>
              <a:rPr b="0" baseline="-25000" i="0" lang="en" sz="1600" u="none">
                <a:solidFill>
                  <a:schemeClr val="dk1"/>
                </a:solidFill>
                <a:latin typeface="Arial"/>
                <a:ea typeface="Arial"/>
                <a:cs typeface="Arial"/>
                <a:sym typeface="Arial"/>
              </a:rPr>
              <a:t>🤯</a:t>
            </a:r>
            <a:endParaRPr b="0" i="0" sz="1600" u="none">
              <a:solidFill>
                <a:schemeClr val="dk1"/>
              </a:solidFill>
              <a:latin typeface="Arial"/>
              <a:ea typeface="Arial"/>
              <a:cs typeface="Arial"/>
              <a:sym typeface="Arial"/>
            </a:endParaRPr>
          </a:p>
          <a:p>
            <a:pPr indent="-184150" lvl="0" marL="285750" marR="0" rtl="0" algn="l">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184150" lvl="0" marL="285750" marR="0" rtl="0" algn="l">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184150" lvl="0" marL="285750" marR="0" rtl="0" algn="l">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Let’s Recall</a:t>
            </a:r>
            <a:endParaRPr/>
          </a:p>
          <a:p>
            <a:pPr indent="-184150" lvl="0" marL="285750" marR="0" rtl="0" algn="l">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107950" lvl="0" marL="285750" marR="0" rtl="0" algn="l">
              <a:lnSpc>
                <a:spcPct val="150000"/>
              </a:lnSpc>
              <a:spcBef>
                <a:spcPts val="0"/>
              </a:spcBef>
              <a:spcAft>
                <a:spcPts val="0"/>
              </a:spcAft>
              <a:buClr>
                <a:schemeClr val="dk1"/>
              </a:buClr>
              <a:buSzPts val="2800"/>
              <a:buFont typeface="Arial"/>
              <a:buNone/>
            </a:pPr>
            <a:r>
              <a:t/>
            </a:r>
            <a:endParaRPr b="0" baseline="-25000" i="0" sz="2800" u="non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2800"/>
              <a:buFont typeface="Arial"/>
              <a:buNone/>
            </a:pPr>
            <a:r>
              <a:t/>
            </a:r>
            <a:endParaRPr b="0" baseline="-25000" i="0" sz="2800" u="none">
              <a:solidFill>
                <a:schemeClr val="dk1"/>
              </a:solidFill>
              <a:latin typeface="Arial"/>
              <a:ea typeface="Arial"/>
              <a:cs typeface="Arial"/>
              <a:sym typeface="Arial"/>
            </a:endParaRPr>
          </a:p>
        </p:txBody>
      </p:sp>
      <p:pic>
        <p:nvPicPr>
          <p:cNvPr id="1325" name="Google Shape;1325;p104"/>
          <p:cNvPicPr preferRelativeResize="0"/>
          <p:nvPr/>
        </p:nvPicPr>
        <p:blipFill rotWithShape="1">
          <a:blip r:embed="rId3">
            <a:alphaModFix/>
          </a:blip>
          <a:srcRect b="0" l="0" r="0" t="0"/>
          <a:stretch/>
        </p:blipFill>
        <p:spPr>
          <a:xfrm>
            <a:off x="3924045" y="2404904"/>
            <a:ext cx="4444153" cy="2499836"/>
          </a:xfrm>
          <a:prstGeom prst="rect">
            <a:avLst/>
          </a:prstGeom>
          <a:noFill/>
          <a:ln>
            <a:noFill/>
          </a:ln>
        </p:spPr>
      </p:pic>
    </p:spTree>
  </p:cSld>
  <p:clrMapOvr>
    <a:masterClrMapping/>
  </p:clrMapOvr>
  <p:transition spd="slow">
    <p:push/>
  </p:transition>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9" name="Shape 1329"/>
        <p:cNvGrpSpPr/>
        <p:nvPr/>
      </p:nvGrpSpPr>
      <p:grpSpPr>
        <a:xfrm>
          <a:off x="0" y="0"/>
          <a:ext cx="0" cy="0"/>
          <a:chOff x="0" y="0"/>
          <a:chExt cx="0" cy="0"/>
        </a:xfrm>
      </p:grpSpPr>
      <p:sp>
        <p:nvSpPr>
          <p:cNvPr id="1330" name="Google Shape;1330;p105"/>
          <p:cNvSpPr/>
          <p:nvPr/>
        </p:nvSpPr>
        <p:spPr>
          <a:xfrm flipH="1">
            <a:off x="593725" y="61220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331" name="Google Shape;1331;p105"/>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332" name="Google Shape;1332;p105"/>
          <p:cNvGrpSpPr/>
          <p:nvPr/>
        </p:nvGrpSpPr>
        <p:grpSpPr>
          <a:xfrm>
            <a:off x="593725" y="234950"/>
            <a:ext cx="8550275" cy="361950"/>
            <a:chOff x="0" y="0"/>
            <a:chExt cx="8550524" cy="362139"/>
          </a:xfrm>
        </p:grpSpPr>
        <p:sp>
          <p:nvSpPr>
            <p:cNvPr id="1333" name="Google Shape;1333;p105"/>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334" name="Google Shape;1334;p105"/>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335" name="Google Shape;1335;p105"/>
          <p:cNvGrpSpPr/>
          <p:nvPr/>
        </p:nvGrpSpPr>
        <p:grpSpPr>
          <a:xfrm>
            <a:off x="0" y="584835"/>
            <a:ext cx="3806825" cy="539750"/>
            <a:chOff x="0" y="0"/>
            <a:chExt cx="3807075" cy="540000"/>
          </a:xfrm>
        </p:grpSpPr>
        <p:sp>
          <p:nvSpPr>
            <p:cNvPr id="1336" name="Google Shape;1336;p105"/>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JavaScript</a:t>
              </a:r>
              <a:endParaRPr/>
            </a:p>
          </p:txBody>
        </p:sp>
        <p:sp>
          <p:nvSpPr>
            <p:cNvPr id="1337" name="Google Shape;1337;p105"/>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pic>
        <p:nvPicPr>
          <p:cNvPr id="1338" name="Google Shape;1338;p105"/>
          <p:cNvPicPr preferRelativeResize="0"/>
          <p:nvPr/>
        </p:nvPicPr>
        <p:blipFill rotWithShape="1">
          <a:blip r:embed="rId3">
            <a:alphaModFix/>
          </a:blip>
          <a:srcRect b="0" l="0" r="0" t="0"/>
          <a:stretch/>
        </p:blipFill>
        <p:spPr>
          <a:xfrm>
            <a:off x="1604780" y="1347173"/>
            <a:ext cx="5934439" cy="3560663"/>
          </a:xfrm>
          <a:prstGeom prst="rect">
            <a:avLst/>
          </a:prstGeom>
          <a:noFill/>
          <a:ln>
            <a:noFill/>
          </a:ln>
        </p:spPr>
      </p:pic>
    </p:spTree>
  </p:cSld>
  <p:clrMapOvr>
    <a:masterClrMapping/>
  </p:clrMapOvr>
  <p:transition spd="slow">
    <p:push/>
  </p:transition>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2" name="Shape 1342"/>
        <p:cNvGrpSpPr/>
        <p:nvPr/>
      </p:nvGrpSpPr>
      <p:grpSpPr>
        <a:xfrm>
          <a:off x="0" y="0"/>
          <a:ext cx="0" cy="0"/>
          <a:chOff x="0" y="0"/>
          <a:chExt cx="0" cy="0"/>
        </a:xfrm>
      </p:grpSpPr>
      <p:sp>
        <p:nvSpPr>
          <p:cNvPr id="1343" name="Google Shape;1343;p106"/>
          <p:cNvSpPr/>
          <p:nvPr/>
        </p:nvSpPr>
        <p:spPr>
          <a:xfrm flipH="1">
            <a:off x="593725" y="61220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344" name="Google Shape;1344;p106"/>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345" name="Google Shape;1345;p106"/>
          <p:cNvGrpSpPr/>
          <p:nvPr/>
        </p:nvGrpSpPr>
        <p:grpSpPr>
          <a:xfrm>
            <a:off x="593725" y="311150"/>
            <a:ext cx="8550524" cy="361958"/>
            <a:chOff x="0" y="0"/>
            <a:chExt cx="8550524" cy="362139"/>
          </a:xfrm>
        </p:grpSpPr>
        <p:sp>
          <p:nvSpPr>
            <p:cNvPr id="1346" name="Google Shape;1346;p106"/>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347" name="Google Shape;1347;p106"/>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348" name="Google Shape;1348;p106"/>
          <p:cNvGrpSpPr/>
          <p:nvPr/>
        </p:nvGrpSpPr>
        <p:grpSpPr>
          <a:xfrm>
            <a:off x="0" y="594995"/>
            <a:ext cx="3806825" cy="539750"/>
            <a:chOff x="0" y="0"/>
            <a:chExt cx="3807075" cy="540000"/>
          </a:xfrm>
        </p:grpSpPr>
        <p:sp>
          <p:nvSpPr>
            <p:cNvPr id="1349" name="Google Shape;1349;p106"/>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JavaScript</a:t>
              </a:r>
              <a:endParaRPr/>
            </a:p>
          </p:txBody>
        </p:sp>
        <p:sp>
          <p:nvSpPr>
            <p:cNvPr id="1350" name="Google Shape;1350;p106"/>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351" name="Google Shape;1351;p106"/>
          <p:cNvSpPr/>
          <p:nvPr/>
        </p:nvSpPr>
        <p:spPr>
          <a:xfrm>
            <a:off x="1297305" y="1397000"/>
            <a:ext cx="7846695" cy="2632003"/>
          </a:xfrm>
          <a:prstGeom prst="rect">
            <a:avLst/>
          </a:prstGeom>
          <a:noFill/>
          <a:ln>
            <a:noFill/>
          </a:ln>
        </p:spPr>
        <p:txBody>
          <a:bodyPr anchorCtr="0" anchor="t" bIns="45700" lIns="91425" spcFirstLastPara="1" rIns="91425" wrap="square" tIns="45700">
            <a:noAutofit/>
          </a:bodyPr>
          <a:lstStyle/>
          <a:p>
            <a:pPr indent="-171450" lvl="0" marL="1714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Developers use </a:t>
            </a:r>
            <a:r>
              <a:rPr b="1" i="0" lang="en" sz="1600" u="none">
                <a:solidFill>
                  <a:schemeClr val="dk1"/>
                </a:solidFill>
                <a:latin typeface="arial"/>
                <a:ea typeface="arial"/>
                <a:cs typeface="arial"/>
                <a:sym typeface="arial"/>
              </a:rPr>
              <a:t>JavaScript </a:t>
            </a:r>
            <a:r>
              <a:rPr b="1" i="0" lang="en" sz="1600" u="none">
                <a:solidFill>
                  <a:srgbClr val="6666FF"/>
                </a:solidFill>
                <a:latin typeface="arial"/>
                <a:ea typeface="arial"/>
                <a:cs typeface="arial"/>
                <a:sym typeface="arial"/>
              </a:rPr>
              <a:t>to build complex interactive websites and browser games, and to connect servers to websites and web applications</a:t>
            </a:r>
            <a:endParaRPr b="1" i="0" sz="1600" u="none">
              <a:solidFill>
                <a:srgbClr val="6666FF"/>
              </a:solidFill>
              <a:latin typeface="arial"/>
              <a:ea typeface="arial"/>
              <a:cs typeface="arial"/>
              <a:sym typeface="arial"/>
            </a:endParaRPr>
          </a:p>
          <a:p>
            <a:pPr indent="-69850" lvl="0" marL="171450" marR="0" rtl="0" algn="just">
              <a:lnSpc>
                <a:spcPct val="150000"/>
              </a:lnSpc>
              <a:spcBef>
                <a:spcPts val="0"/>
              </a:spcBef>
              <a:spcAft>
                <a:spcPts val="0"/>
              </a:spcAft>
              <a:buClr>
                <a:schemeClr val="dk1"/>
              </a:buClr>
              <a:buSzPts val="1600"/>
              <a:buFont typeface="Arial"/>
              <a:buNone/>
            </a:pPr>
            <a:r>
              <a:t/>
            </a:r>
            <a:endParaRPr b="1" i="0" sz="1600" u="none">
              <a:solidFill>
                <a:srgbClr val="6666FF"/>
              </a:solidFill>
              <a:latin typeface="arial"/>
              <a:ea typeface="arial"/>
              <a:cs typeface="arial"/>
              <a:sym typeface="arial"/>
            </a:endParaRPr>
          </a:p>
          <a:p>
            <a:pPr indent="-171450" lvl="0" marL="1714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We can dynamically update content, control multimedia, animate images, and pretty much everything.</a:t>
            </a:r>
            <a:endParaRPr/>
          </a:p>
          <a:p>
            <a:pPr indent="-69850" lvl="0" marL="171450" marR="0" rtl="0" algn="just">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69850" lvl="0" marL="171450" marR="0" rtl="0" algn="just">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p:txBody>
      </p:sp>
    </p:spTree>
  </p:cSld>
  <p:clrMapOvr>
    <a:masterClrMapping/>
  </p:clrMapOvr>
  <p:transition spd="slow">
    <p:push/>
  </p:transition>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5" name="Shape 1355"/>
        <p:cNvGrpSpPr/>
        <p:nvPr/>
      </p:nvGrpSpPr>
      <p:grpSpPr>
        <a:xfrm>
          <a:off x="0" y="0"/>
          <a:ext cx="0" cy="0"/>
          <a:chOff x="0" y="0"/>
          <a:chExt cx="0" cy="0"/>
        </a:xfrm>
      </p:grpSpPr>
      <p:sp>
        <p:nvSpPr>
          <p:cNvPr id="1356" name="Google Shape;1356;p107"/>
          <p:cNvSpPr/>
          <p:nvPr/>
        </p:nvSpPr>
        <p:spPr>
          <a:xfrm flipH="1">
            <a:off x="593725" y="61220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357" name="Google Shape;1357;p107"/>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358" name="Google Shape;1358;p107"/>
          <p:cNvGrpSpPr/>
          <p:nvPr/>
        </p:nvGrpSpPr>
        <p:grpSpPr>
          <a:xfrm>
            <a:off x="593725" y="237958"/>
            <a:ext cx="8550275" cy="361950"/>
            <a:chOff x="0" y="0"/>
            <a:chExt cx="8550524" cy="362139"/>
          </a:xfrm>
        </p:grpSpPr>
        <p:sp>
          <p:nvSpPr>
            <p:cNvPr id="1359" name="Google Shape;1359;p107"/>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360" name="Google Shape;1360;p107"/>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361" name="Google Shape;1361;p107"/>
          <p:cNvGrpSpPr/>
          <p:nvPr/>
        </p:nvGrpSpPr>
        <p:grpSpPr>
          <a:xfrm>
            <a:off x="-31750" y="593074"/>
            <a:ext cx="4411493" cy="548371"/>
            <a:chOff x="171461" y="-8625"/>
            <a:chExt cx="3807076" cy="548625"/>
          </a:xfrm>
        </p:grpSpPr>
        <p:sp>
          <p:nvSpPr>
            <p:cNvPr id="1362" name="Google Shape;1362;p107"/>
            <p:cNvSpPr/>
            <p:nvPr/>
          </p:nvSpPr>
          <p:spPr>
            <a:xfrm flipH="1">
              <a:off x="171461"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JavaScript</a:t>
              </a:r>
              <a:endParaRPr b="1" i="0" sz="1800" u="none">
                <a:solidFill>
                  <a:srgbClr val="FFFFFF"/>
                </a:solidFill>
                <a:latin typeface="Calibri"/>
                <a:ea typeface="Calibri"/>
                <a:cs typeface="Calibri"/>
                <a:sym typeface="Calibri"/>
              </a:endParaRPr>
            </a:p>
          </p:txBody>
        </p:sp>
        <p:sp>
          <p:nvSpPr>
            <p:cNvPr id="1363" name="Google Shape;1363;p107"/>
            <p:cNvSpPr/>
            <p:nvPr/>
          </p:nvSpPr>
          <p:spPr>
            <a:xfrm flipH="1" rot="10800000">
              <a:off x="3438536" y="-8625"/>
              <a:ext cx="540001"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364" name="Google Shape;1364;p107"/>
          <p:cNvSpPr/>
          <p:nvPr/>
        </p:nvSpPr>
        <p:spPr>
          <a:xfrm>
            <a:off x="1297305" y="1397000"/>
            <a:ext cx="7846695" cy="2262671"/>
          </a:xfrm>
          <a:prstGeom prst="rect">
            <a:avLst/>
          </a:prstGeom>
          <a:noFill/>
          <a:ln>
            <a:noFill/>
          </a:ln>
        </p:spPr>
        <p:txBody>
          <a:bodyPr anchorCtr="0" anchor="t" bIns="45700" lIns="91425" spcFirstLastPara="1" rIns="91425" wrap="square" tIns="45700">
            <a:noAutofit/>
          </a:bodyPr>
          <a:lstStyle/>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JavaScript is a </a:t>
            </a:r>
            <a:r>
              <a:rPr b="1" i="0" lang="en" sz="1600" u="none">
                <a:solidFill>
                  <a:srgbClr val="6666FF"/>
                </a:solidFill>
                <a:latin typeface="Arial"/>
                <a:ea typeface="Arial"/>
                <a:cs typeface="Arial"/>
                <a:sym typeface="Arial"/>
              </a:rPr>
              <a:t>high-level</a:t>
            </a:r>
            <a:r>
              <a:rPr b="1" i="0" lang="en" sz="1600" u="none">
                <a:solidFill>
                  <a:schemeClr val="dk1"/>
                </a:solidFill>
                <a:latin typeface="Arial"/>
                <a:ea typeface="Arial"/>
                <a:cs typeface="Arial"/>
                <a:sym typeface="Arial"/>
              </a:rPr>
              <a:t>,</a:t>
            </a:r>
            <a:r>
              <a:rPr b="0" i="0" lang="en" sz="1600" u="none">
                <a:solidFill>
                  <a:schemeClr val="dk1"/>
                </a:solidFill>
                <a:latin typeface="Arial"/>
                <a:ea typeface="Arial"/>
                <a:cs typeface="Arial"/>
                <a:sym typeface="Arial"/>
              </a:rPr>
              <a:t> </a:t>
            </a:r>
            <a:r>
              <a:rPr b="1" i="0" lang="en" sz="1600" u="none">
                <a:solidFill>
                  <a:schemeClr val="dk1"/>
                </a:solidFill>
              </a:rPr>
              <a:t>object-oriented</a:t>
            </a:r>
            <a:r>
              <a:rPr b="0" i="0" lang="en" sz="1600" u="none">
                <a:solidFill>
                  <a:schemeClr val="dk1"/>
                </a:solidFill>
                <a:latin typeface="Arial"/>
                <a:ea typeface="Arial"/>
                <a:cs typeface="Arial"/>
                <a:sym typeface="Arial"/>
              </a:rPr>
              <a:t>, multi-paradigm </a:t>
            </a:r>
            <a:r>
              <a:rPr b="1" i="0" lang="en" sz="1600" u="none">
                <a:solidFill>
                  <a:srgbClr val="6666FF"/>
                </a:solidFill>
                <a:latin typeface="Arial"/>
                <a:ea typeface="Arial"/>
                <a:cs typeface="Arial"/>
                <a:sym typeface="Arial"/>
              </a:rPr>
              <a:t>programming language</a:t>
            </a:r>
            <a:r>
              <a:rPr b="0" i="0" lang="en" sz="1600" u="none">
                <a:solidFill>
                  <a:schemeClr val="dk1"/>
                </a:solidFill>
                <a:latin typeface="Arial"/>
                <a:ea typeface="Arial"/>
                <a:cs typeface="Arial"/>
                <a:sym typeface="Arial"/>
              </a:rPr>
              <a:t>.</a:t>
            </a:r>
            <a:endParaRPr/>
          </a:p>
          <a:p>
            <a:pPr indent="-184150" lvl="0" marL="285750" marR="0" rtl="0" algn="just">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184150" lvl="0" marL="285750" marR="0" rtl="0" algn="just">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285750" lvl="0" marL="285750" marR="0" rtl="0" algn="just">
              <a:lnSpc>
                <a:spcPct val="150000"/>
              </a:lnSpc>
              <a:spcBef>
                <a:spcPts val="0"/>
              </a:spcBef>
              <a:spcAft>
                <a:spcPts val="0"/>
              </a:spcAft>
              <a:buClr>
                <a:srgbClr val="6666FF"/>
              </a:buClr>
              <a:buSzPts val="1600"/>
              <a:buFont typeface="Arial"/>
              <a:buChar char="•"/>
            </a:pPr>
            <a:r>
              <a:rPr b="1" i="0" lang="en" sz="1600" u="none">
                <a:solidFill>
                  <a:srgbClr val="6666FF"/>
                </a:solidFill>
              </a:rPr>
              <a:t>Programming Language</a:t>
            </a:r>
            <a:r>
              <a:rPr b="0" i="0" lang="en" sz="1600" u="none">
                <a:solidFill>
                  <a:schemeClr val="dk1"/>
                </a:solidFill>
                <a:latin typeface="Arial"/>
                <a:ea typeface="Arial"/>
                <a:cs typeface="Arial"/>
                <a:sym typeface="Arial"/>
              </a:rPr>
              <a:t>: 	Language that </a:t>
            </a:r>
            <a:r>
              <a:rPr b="1" i="0" lang="en" sz="1600" u="none">
                <a:solidFill>
                  <a:schemeClr val="dk1"/>
                </a:solidFill>
              </a:rPr>
              <a:t>tells computers what to do</a:t>
            </a:r>
            <a:r>
              <a:rPr b="0" i="0" lang="en" sz="1600" u="none">
                <a:solidFill>
                  <a:schemeClr val="dk1"/>
                </a:solidFill>
                <a:latin typeface="Arial"/>
                <a:ea typeface="Arial"/>
                <a:cs typeface="Arial"/>
                <a:sym typeface="Arial"/>
              </a:rPr>
              <a:t>.</a:t>
            </a:r>
            <a:endParaRPr/>
          </a:p>
          <a:p>
            <a:pPr indent="-285750" lvl="0" marL="285750" marR="0" rtl="0" algn="just">
              <a:lnSpc>
                <a:spcPct val="150000"/>
              </a:lnSpc>
              <a:spcBef>
                <a:spcPts val="0"/>
              </a:spcBef>
              <a:spcAft>
                <a:spcPts val="0"/>
              </a:spcAft>
              <a:buClr>
                <a:srgbClr val="6666FF"/>
              </a:buClr>
              <a:buSzPts val="1600"/>
              <a:buFont typeface="Arial"/>
              <a:buChar char="•"/>
            </a:pPr>
            <a:r>
              <a:rPr b="1" i="0" lang="en" sz="1600" u="none">
                <a:solidFill>
                  <a:srgbClr val="6666FF"/>
                </a:solidFill>
              </a:rPr>
              <a:t>High Level:</a:t>
            </a:r>
            <a:r>
              <a:rPr b="0" i="0" lang="en" sz="1600" u="none">
                <a:solidFill>
                  <a:srgbClr val="6666FF"/>
                </a:solidFill>
                <a:latin typeface="Arial"/>
                <a:ea typeface="Arial"/>
                <a:cs typeface="Arial"/>
                <a:sym typeface="Arial"/>
              </a:rPr>
              <a:t> </a:t>
            </a:r>
            <a:r>
              <a:rPr b="0" i="0" lang="en" sz="1600" u="none">
                <a:solidFill>
                  <a:schemeClr val="dk1"/>
                </a:solidFill>
                <a:latin typeface="Arial"/>
                <a:ea typeface="Arial"/>
                <a:cs typeface="Arial"/>
                <a:sym typeface="Arial"/>
              </a:rPr>
              <a:t>Can be used by multiple paradigms.</a:t>
            </a:r>
            <a:endParaRPr b="0" i="0" sz="1600" u="none">
              <a:solidFill>
                <a:srgbClr val="6666FF"/>
              </a:solidFill>
              <a:latin typeface="Arial"/>
              <a:ea typeface="Arial"/>
              <a:cs typeface="Arial"/>
              <a:sym typeface="Arial"/>
            </a:endParaRPr>
          </a:p>
        </p:txBody>
      </p:sp>
    </p:spTree>
  </p:cSld>
  <p:clrMapOvr>
    <a:masterClrMapping/>
  </p:clrMapOvr>
  <p:transition spd="slow">
    <p:push/>
  </p:transition>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8" name="Shape 1368"/>
        <p:cNvGrpSpPr/>
        <p:nvPr/>
      </p:nvGrpSpPr>
      <p:grpSpPr>
        <a:xfrm>
          <a:off x="0" y="0"/>
          <a:ext cx="0" cy="0"/>
          <a:chOff x="0" y="0"/>
          <a:chExt cx="0" cy="0"/>
        </a:xfrm>
      </p:grpSpPr>
      <p:sp>
        <p:nvSpPr>
          <p:cNvPr id="1369" name="Google Shape;1369;p108"/>
          <p:cNvSpPr/>
          <p:nvPr/>
        </p:nvSpPr>
        <p:spPr>
          <a:xfrm flipH="1">
            <a:off x="593725" y="61220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370" name="Google Shape;1370;p108"/>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371" name="Google Shape;1371;p108"/>
          <p:cNvGrpSpPr/>
          <p:nvPr/>
        </p:nvGrpSpPr>
        <p:grpSpPr>
          <a:xfrm>
            <a:off x="593725" y="237958"/>
            <a:ext cx="8550275" cy="361950"/>
            <a:chOff x="0" y="0"/>
            <a:chExt cx="8550524" cy="362139"/>
          </a:xfrm>
        </p:grpSpPr>
        <p:sp>
          <p:nvSpPr>
            <p:cNvPr id="1372" name="Google Shape;1372;p108"/>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373" name="Google Shape;1373;p108"/>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374" name="Google Shape;1374;p108"/>
          <p:cNvGrpSpPr/>
          <p:nvPr/>
        </p:nvGrpSpPr>
        <p:grpSpPr>
          <a:xfrm>
            <a:off x="-31750" y="593074"/>
            <a:ext cx="4411493" cy="548371"/>
            <a:chOff x="171461" y="-8625"/>
            <a:chExt cx="3807076" cy="548625"/>
          </a:xfrm>
        </p:grpSpPr>
        <p:sp>
          <p:nvSpPr>
            <p:cNvPr id="1375" name="Google Shape;1375;p108"/>
            <p:cNvSpPr/>
            <p:nvPr/>
          </p:nvSpPr>
          <p:spPr>
            <a:xfrm flipH="1">
              <a:off x="171461"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Roles</a:t>
              </a:r>
              <a:endParaRPr b="1" i="0" sz="1800" u="none">
                <a:solidFill>
                  <a:srgbClr val="FFFFFF"/>
                </a:solidFill>
                <a:latin typeface="Calibri"/>
                <a:ea typeface="Calibri"/>
                <a:cs typeface="Calibri"/>
                <a:sym typeface="Calibri"/>
              </a:endParaRPr>
            </a:p>
          </p:txBody>
        </p:sp>
        <p:sp>
          <p:nvSpPr>
            <p:cNvPr id="1376" name="Google Shape;1376;p108"/>
            <p:cNvSpPr/>
            <p:nvPr/>
          </p:nvSpPr>
          <p:spPr>
            <a:xfrm flipH="1" rot="10800000">
              <a:off x="3438536" y="-8625"/>
              <a:ext cx="540001"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377" name="Google Shape;1377;p108"/>
          <p:cNvSpPr/>
          <p:nvPr/>
        </p:nvSpPr>
        <p:spPr>
          <a:xfrm>
            <a:off x="1297305" y="1397000"/>
            <a:ext cx="7846695" cy="1154675"/>
          </a:xfrm>
          <a:prstGeom prst="rect">
            <a:avLst/>
          </a:prstGeom>
          <a:noFill/>
          <a:ln>
            <a:noFill/>
          </a:ln>
        </p:spPr>
        <p:txBody>
          <a:bodyPr anchorCtr="0" anchor="t" bIns="45700" lIns="91425" spcFirstLastPara="1" rIns="91425" wrap="square" tIns="45700">
            <a:noAutofit/>
          </a:bodyPr>
          <a:lstStyle/>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JavaScript can be used:</a:t>
            </a:r>
            <a:endParaRPr/>
          </a:p>
          <a:p>
            <a:pPr indent="-285750" lvl="1" marL="628650" marR="0" rtl="0" algn="just">
              <a:lnSpc>
                <a:spcPct val="150000"/>
              </a:lnSpc>
              <a:spcBef>
                <a:spcPts val="0"/>
              </a:spcBef>
              <a:spcAft>
                <a:spcPts val="0"/>
              </a:spcAft>
              <a:buClr>
                <a:srgbClr val="6666FF"/>
              </a:buClr>
              <a:buSzPts val="1600"/>
              <a:buFont typeface="Arial"/>
              <a:buChar char="•"/>
            </a:pPr>
            <a:r>
              <a:rPr b="1" i="0" lang="en" sz="1600" u="none" cap="none" strike="noStrike">
                <a:solidFill>
                  <a:srgbClr val="6666FF"/>
                </a:solidFill>
                <a:latin typeface="Arial"/>
                <a:ea typeface="Arial"/>
                <a:cs typeface="Arial"/>
                <a:sym typeface="Arial"/>
              </a:rPr>
              <a:t>Dynamic web applications </a:t>
            </a:r>
            <a:r>
              <a:rPr b="0" i="0" lang="en" sz="1600" u="none" cap="none" strike="noStrike">
                <a:solidFill>
                  <a:schemeClr val="dk1"/>
                </a:solidFill>
                <a:latin typeface="Arial"/>
                <a:ea typeface="Arial"/>
                <a:cs typeface="Arial"/>
                <a:sym typeface="Arial"/>
              </a:rPr>
              <a:t>using frameworks</a:t>
            </a:r>
            <a:endParaRPr/>
          </a:p>
          <a:p>
            <a:pPr indent="-184150" lvl="1" marL="628650" marR="0" rtl="0" algn="just">
              <a:lnSpc>
                <a:spcPct val="15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p:txBody>
      </p:sp>
      <p:pic>
        <p:nvPicPr>
          <p:cNvPr id="1378" name="Google Shape;1378;p108"/>
          <p:cNvPicPr preferRelativeResize="0"/>
          <p:nvPr/>
        </p:nvPicPr>
        <p:blipFill rotWithShape="1">
          <a:blip r:embed="rId3">
            <a:alphaModFix/>
          </a:blip>
          <a:srcRect b="-1" l="0" r="0" t="20792"/>
          <a:stretch/>
        </p:blipFill>
        <p:spPr>
          <a:xfrm>
            <a:off x="1861130" y="2297986"/>
            <a:ext cx="5870534" cy="2606842"/>
          </a:xfrm>
          <a:prstGeom prst="rect">
            <a:avLst/>
          </a:prstGeom>
          <a:noFill/>
          <a:ln>
            <a:noFill/>
          </a:ln>
        </p:spPr>
      </p:pic>
    </p:spTree>
  </p:cSld>
  <p:clrMapOvr>
    <a:masterClrMapping/>
  </p:clrMapOvr>
  <p:transition spd="slow">
    <p:push/>
  </p:transition>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2" name="Shape 1382"/>
        <p:cNvGrpSpPr/>
        <p:nvPr/>
      </p:nvGrpSpPr>
      <p:grpSpPr>
        <a:xfrm>
          <a:off x="0" y="0"/>
          <a:ext cx="0" cy="0"/>
          <a:chOff x="0" y="0"/>
          <a:chExt cx="0" cy="0"/>
        </a:xfrm>
      </p:grpSpPr>
      <p:sp>
        <p:nvSpPr>
          <p:cNvPr id="1383" name="Google Shape;1383;p109"/>
          <p:cNvSpPr/>
          <p:nvPr/>
        </p:nvSpPr>
        <p:spPr>
          <a:xfrm flipH="1">
            <a:off x="593725" y="619855"/>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384" name="Google Shape;1384;p109"/>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385" name="Google Shape;1385;p109"/>
          <p:cNvGrpSpPr/>
          <p:nvPr/>
        </p:nvGrpSpPr>
        <p:grpSpPr>
          <a:xfrm>
            <a:off x="593725" y="226648"/>
            <a:ext cx="8550275" cy="361950"/>
            <a:chOff x="0" y="0"/>
            <a:chExt cx="8550524" cy="362139"/>
          </a:xfrm>
        </p:grpSpPr>
        <p:sp>
          <p:nvSpPr>
            <p:cNvPr id="1386" name="Google Shape;1386;p109"/>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387" name="Google Shape;1387;p109"/>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388" name="Google Shape;1388;p109"/>
          <p:cNvGrpSpPr/>
          <p:nvPr/>
        </p:nvGrpSpPr>
        <p:grpSpPr>
          <a:xfrm>
            <a:off x="0" y="582834"/>
            <a:ext cx="3806825" cy="539750"/>
            <a:chOff x="0" y="0"/>
            <a:chExt cx="3807075" cy="540000"/>
          </a:xfrm>
        </p:grpSpPr>
        <p:sp>
          <p:nvSpPr>
            <p:cNvPr id="1389" name="Google Shape;1389;p109"/>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	How To write Real JS?</a:t>
              </a:r>
              <a:endParaRPr/>
            </a:p>
          </p:txBody>
        </p:sp>
        <p:sp>
          <p:nvSpPr>
            <p:cNvPr id="1390" name="Google Shape;1390;p109"/>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391" name="Google Shape;1391;p109"/>
          <p:cNvSpPr/>
          <p:nvPr/>
        </p:nvSpPr>
        <p:spPr>
          <a:xfrm>
            <a:off x="1440327" y="1279418"/>
            <a:ext cx="7846695" cy="1154675"/>
          </a:xfrm>
          <a:prstGeom prst="rect">
            <a:avLst/>
          </a:prstGeom>
          <a:noFill/>
          <a:ln>
            <a:noFill/>
          </a:ln>
        </p:spPr>
        <p:txBody>
          <a:bodyPr anchorCtr="0" anchor="t" bIns="45700" lIns="91425" spcFirstLastPara="1" rIns="91425" wrap="square" tIns="45700">
            <a:noAutofit/>
          </a:bodyPr>
          <a:lstStyle/>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We can write JavaScript in our web applications using script tags. (Embedded)</a:t>
            </a:r>
            <a:endParaRPr/>
          </a:p>
          <a:p>
            <a:pPr indent="-184150" lvl="0" marL="285750" marR="0" rtl="0" algn="just">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We can write JavaScript code in an separate file and link that file.</a:t>
            </a:r>
            <a:endParaRPr/>
          </a:p>
        </p:txBody>
      </p:sp>
    </p:spTree>
  </p:cSld>
  <p:clrMapOvr>
    <a:masterClrMapping/>
  </p:clrMapOvr>
  <p:transition spd="slow">
    <p:push/>
  </p:transition>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5" name="Shape 1395"/>
        <p:cNvGrpSpPr/>
        <p:nvPr/>
      </p:nvGrpSpPr>
      <p:grpSpPr>
        <a:xfrm>
          <a:off x="0" y="0"/>
          <a:ext cx="0" cy="0"/>
          <a:chOff x="0" y="0"/>
          <a:chExt cx="0" cy="0"/>
        </a:xfrm>
      </p:grpSpPr>
      <p:sp>
        <p:nvSpPr>
          <p:cNvPr id="1396" name="Google Shape;1396;p110"/>
          <p:cNvSpPr/>
          <p:nvPr/>
        </p:nvSpPr>
        <p:spPr>
          <a:xfrm flipH="1">
            <a:off x="593725" y="619855"/>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397" name="Google Shape;1397;p110"/>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398" name="Google Shape;1398;p110"/>
          <p:cNvGrpSpPr/>
          <p:nvPr/>
        </p:nvGrpSpPr>
        <p:grpSpPr>
          <a:xfrm>
            <a:off x="593725" y="226648"/>
            <a:ext cx="8550275" cy="361950"/>
            <a:chOff x="0" y="0"/>
            <a:chExt cx="8550524" cy="362139"/>
          </a:xfrm>
        </p:grpSpPr>
        <p:sp>
          <p:nvSpPr>
            <p:cNvPr id="1399" name="Google Shape;1399;p110"/>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400" name="Google Shape;1400;p110"/>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401" name="Google Shape;1401;p110"/>
          <p:cNvGrpSpPr/>
          <p:nvPr/>
        </p:nvGrpSpPr>
        <p:grpSpPr>
          <a:xfrm>
            <a:off x="0" y="582834"/>
            <a:ext cx="3806825" cy="539750"/>
            <a:chOff x="0" y="0"/>
            <a:chExt cx="3807075" cy="540000"/>
          </a:xfrm>
        </p:grpSpPr>
        <p:sp>
          <p:nvSpPr>
            <p:cNvPr id="1402" name="Google Shape;1402;p110"/>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How to Print?</a:t>
              </a:r>
              <a:endParaRPr/>
            </a:p>
          </p:txBody>
        </p:sp>
        <p:sp>
          <p:nvSpPr>
            <p:cNvPr id="1403" name="Google Shape;1403;p110"/>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404" name="Google Shape;1404;p110"/>
          <p:cNvSpPr/>
          <p:nvPr/>
        </p:nvSpPr>
        <p:spPr>
          <a:xfrm>
            <a:off x="1440327" y="1279418"/>
            <a:ext cx="7408705" cy="3001334"/>
          </a:xfrm>
          <a:prstGeom prst="rect">
            <a:avLst/>
          </a:prstGeom>
          <a:noFill/>
          <a:ln>
            <a:noFill/>
          </a:ln>
        </p:spPr>
        <p:txBody>
          <a:bodyPr anchorCtr="0" anchor="t" bIns="45700" lIns="91425" spcFirstLastPara="1" rIns="91425" wrap="square" tIns="45700">
            <a:noAutofit/>
          </a:bodyPr>
          <a:lstStyle/>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In JavaScript, you can use the console.log() method to print something to the console. </a:t>
            </a:r>
            <a:endParaRPr/>
          </a:p>
          <a:p>
            <a:pPr indent="-184150" lvl="0" marL="285750" marR="0" rtl="0" algn="just">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285750" lvl="0" marL="285750" marR="0" rtl="0" algn="just">
              <a:lnSpc>
                <a:spcPct val="150000"/>
              </a:lnSpc>
              <a:spcBef>
                <a:spcPts val="0"/>
              </a:spcBef>
              <a:spcAft>
                <a:spcPts val="0"/>
              </a:spcAft>
              <a:buClr>
                <a:schemeClr val="dk1"/>
              </a:buClr>
              <a:buSzPts val="1600"/>
              <a:buChar char="•"/>
            </a:pPr>
            <a:r>
              <a:rPr b="1" i="0" lang="en" sz="1600" u="none">
                <a:solidFill>
                  <a:schemeClr val="dk1"/>
                </a:solidFill>
              </a:rPr>
              <a:t>console.log("Hello, World!");</a:t>
            </a:r>
            <a:endParaRPr b="1"/>
          </a:p>
          <a:p>
            <a:pPr indent="-184150" lvl="0" marL="285750" marR="0" rtl="0" algn="just">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When this code is executed, the message "Hello, World!" will be printed to the console. This is a useful tool for debugging and testing your code, as you can print out values and check the output in real-time.</a:t>
            </a:r>
            <a:endParaRPr b="0" i="0" sz="1600" u="none">
              <a:solidFill>
                <a:schemeClr val="dk1"/>
              </a:solidFill>
              <a:latin typeface="Arial"/>
              <a:ea typeface="Arial"/>
              <a:cs typeface="Arial"/>
              <a:sym typeface="Arial"/>
            </a:endParaRPr>
          </a:p>
        </p:txBody>
      </p:sp>
    </p:spTree>
  </p:cSld>
  <p:clrMapOvr>
    <a:masterClrMapping/>
  </p:clrMapOvr>
  <p:transition spd="slow">
    <p:push/>
  </p:transition>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8" name="Shape 1408"/>
        <p:cNvGrpSpPr/>
        <p:nvPr/>
      </p:nvGrpSpPr>
      <p:grpSpPr>
        <a:xfrm>
          <a:off x="0" y="0"/>
          <a:ext cx="0" cy="0"/>
          <a:chOff x="0" y="0"/>
          <a:chExt cx="0" cy="0"/>
        </a:xfrm>
      </p:grpSpPr>
      <p:sp>
        <p:nvSpPr>
          <p:cNvPr id="1409" name="Google Shape;1409;p111"/>
          <p:cNvSpPr/>
          <p:nvPr/>
        </p:nvSpPr>
        <p:spPr>
          <a:xfrm flipH="1">
            <a:off x="593725" y="608378"/>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410" name="Google Shape;1410;p111"/>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411" name="Google Shape;1411;p111"/>
          <p:cNvGrpSpPr/>
          <p:nvPr/>
        </p:nvGrpSpPr>
        <p:grpSpPr>
          <a:xfrm>
            <a:off x="593725" y="238125"/>
            <a:ext cx="8550275" cy="361950"/>
            <a:chOff x="0" y="0"/>
            <a:chExt cx="8550524" cy="362139"/>
          </a:xfrm>
        </p:grpSpPr>
        <p:sp>
          <p:nvSpPr>
            <p:cNvPr id="1412" name="Google Shape;1412;p111"/>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413" name="Google Shape;1413;p111"/>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414" name="Google Shape;1414;p111"/>
          <p:cNvGrpSpPr/>
          <p:nvPr/>
        </p:nvGrpSpPr>
        <p:grpSpPr>
          <a:xfrm>
            <a:off x="0" y="600075"/>
            <a:ext cx="4847303" cy="539750"/>
            <a:chOff x="0" y="0"/>
            <a:chExt cx="3807075" cy="540000"/>
          </a:xfrm>
        </p:grpSpPr>
        <p:grpSp>
          <p:nvGrpSpPr>
            <p:cNvPr id="1415" name="Google Shape;1415;p111"/>
            <p:cNvGrpSpPr/>
            <p:nvPr/>
          </p:nvGrpSpPr>
          <p:grpSpPr>
            <a:xfrm>
              <a:off x="0" y="0"/>
              <a:ext cx="3807075" cy="540000"/>
              <a:chOff x="0" y="0"/>
              <a:chExt cx="3807075" cy="540000"/>
            </a:xfrm>
          </p:grpSpPr>
          <p:sp>
            <p:nvSpPr>
              <p:cNvPr id="1416" name="Google Shape;1416;p111"/>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Values &amp; Variables</a:t>
                </a:r>
                <a:endParaRPr/>
              </a:p>
            </p:txBody>
          </p:sp>
          <p:sp>
            <p:nvSpPr>
              <p:cNvPr id="1417" name="Google Shape;1417;p111"/>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418" name="Google Shape;1418;p111"/>
            <p:cNvSpPr/>
            <p:nvPr/>
          </p:nvSpPr>
          <p:spPr>
            <a:xfrm>
              <a:off x="268835" y="101328"/>
              <a:ext cx="309900" cy="337341"/>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Arial"/>
                <a:buNone/>
              </a:pPr>
              <a:r>
                <a:t/>
              </a:r>
              <a:endParaRPr b="1" i="0" sz="1600" u="none">
                <a:solidFill>
                  <a:schemeClr val="lt1"/>
                </a:solidFill>
                <a:latin typeface="Microsoft YaHei"/>
                <a:ea typeface="Microsoft YaHei"/>
                <a:cs typeface="Microsoft YaHei"/>
                <a:sym typeface="Microsoft YaHei"/>
              </a:endParaRPr>
            </a:p>
          </p:txBody>
        </p:sp>
      </p:grpSp>
      <p:sp>
        <p:nvSpPr>
          <p:cNvPr id="1419" name="Google Shape;1419;p111"/>
          <p:cNvSpPr/>
          <p:nvPr/>
        </p:nvSpPr>
        <p:spPr>
          <a:xfrm>
            <a:off x="1297305" y="1397000"/>
            <a:ext cx="7846695" cy="286232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000"/>
              <a:buFont typeface="Arial"/>
              <a:buChar char="•"/>
            </a:pPr>
            <a:r>
              <a:rPr b="0" i="0" lang="en" sz="2000" u="none">
                <a:solidFill>
                  <a:schemeClr val="dk1"/>
                </a:solidFill>
                <a:latin typeface="Calibri"/>
                <a:ea typeface="Calibri"/>
                <a:cs typeface="Calibri"/>
                <a:sym typeface="Calibri"/>
              </a:rPr>
              <a:t>Value is basically a </a:t>
            </a:r>
            <a:r>
              <a:rPr b="0" i="0" lang="en" sz="2000" u="none">
                <a:solidFill>
                  <a:srgbClr val="6666FF"/>
                </a:solidFill>
                <a:latin typeface="Calibri"/>
                <a:ea typeface="Calibri"/>
                <a:cs typeface="Calibri"/>
                <a:sym typeface="Calibri"/>
              </a:rPr>
              <a:t>piece of data</a:t>
            </a:r>
            <a:r>
              <a:rPr b="0" i="0" lang="en" sz="2000" u="none">
                <a:solidFill>
                  <a:schemeClr val="dk1"/>
                </a:solidFill>
                <a:latin typeface="Calibri"/>
                <a:ea typeface="Calibri"/>
                <a:cs typeface="Calibri"/>
                <a:sym typeface="Calibri"/>
              </a:rPr>
              <a:t>. A most fundamental unit in an application. </a:t>
            </a:r>
            <a:endParaRPr/>
          </a:p>
          <a:p>
            <a:pPr indent="-215900" lvl="0" marL="342900" marR="0" rtl="0" algn="l">
              <a:lnSpc>
                <a:spcPct val="100000"/>
              </a:lnSpc>
              <a:spcBef>
                <a:spcPts val="0"/>
              </a:spcBef>
              <a:spcAft>
                <a:spcPts val="0"/>
              </a:spcAft>
              <a:buClr>
                <a:schemeClr val="dk1"/>
              </a:buClr>
              <a:buSzPts val="2000"/>
              <a:buFont typeface="Arial"/>
              <a:buNone/>
            </a:pPr>
            <a:r>
              <a:t/>
            </a:r>
            <a:endParaRPr b="0" i="0" sz="2000" u="non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2000"/>
              <a:buFont typeface="Arial"/>
              <a:buChar char="•"/>
            </a:pPr>
            <a:r>
              <a:rPr b="0" i="0" lang="en" sz="2000" u="none">
                <a:solidFill>
                  <a:schemeClr val="dk1"/>
                </a:solidFill>
                <a:latin typeface="Calibri"/>
                <a:ea typeface="Calibri"/>
                <a:cs typeface="Calibri"/>
                <a:sym typeface="Calibri"/>
              </a:rPr>
              <a:t>For exp: </a:t>
            </a:r>
            <a:endParaRPr/>
          </a:p>
          <a:p>
            <a:pPr indent="-457200" lvl="1" marL="800100" marR="0" rtl="0" algn="l">
              <a:lnSpc>
                <a:spcPct val="100000"/>
              </a:lnSpc>
              <a:spcBef>
                <a:spcPts val="0"/>
              </a:spcBef>
              <a:spcAft>
                <a:spcPts val="0"/>
              </a:spcAft>
              <a:buClr>
                <a:schemeClr val="dk1"/>
              </a:buClr>
              <a:buSzPts val="1800"/>
              <a:buFont typeface="Arial"/>
              <a:buAutoNum type="arabicPeriod"/>
            </a:pPr>
            <a:r>
              <a:rPr b="0" i="0" lang="en" sz="1800" u="none" cap="none" strike="noStrike">
                <a:solidFill>
                  <a:schemeClr val="dk1"/>
                </a:solidFill>
                <a:latin typeface="Calibri"/>
                <a:ea typeface="Calibri"/>
                <a:cs typeface="Calibri"/>
                <a:sym typeface="Calibri"/>
              </a:rPr>
              <a:t>“Talha” is a value.</a:t>
            </a:r>
            <a:endParaRPr/>
          </a:p>
          <a:p>
            <a:pPr indent="-457200" lvl="1" marL="800100" marR="0" rtl="0" algn="l">
              <a:lnSpc>
                <a:spcPct val="100000"/>
              </a:lnSpc>
              <a:spcBef>
                <a:spcPts val="0"/>
              </a:spcBef>
              <a:spcAft>
                <a:spcPts val="0"/>
              </a:spcAft>
              <a:buClr>
                <a:schemeClr val="dk1"/>
              </a:buClr>
              <a:buSzPts val="1800"/>
              <a:buFont typeface="Arial"/>
              <a:buAutoNum type="arabicPeriod"/>
            </a:pPr>
            <a:r>
              <a:rPr b="0" i="0" lang="en" sz="1800" u="none" cap="none" strike="noStrike">
                <a:solidFill>
                  <a:schemeClr val="dk1"/>
                </a:solidFill>
                <a:latin typeface="Calibri"/>
                <a:ea typeface="Calibri"/>
                <a:cs typeface="Calibri"/>
                <a:sym typeface="Calibri"/>
              </a:rPr>
              <a:t>212 is a value </a:t>
            </a:r>
            <a:endParaRPr/>
          </a:p>
          <a:p>
            <a:pPr indent="-330200" lvl="1" marL="800100" marR="0" rtl="0" algn="l">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Calibri"/>
              <a:ea typeface="Calibri"/>
              <a:cs typeface="Calibri"/>
              <a:sym typeface="Calibri"/>
            </a:endParaRPr>
          </a:p>
          <a:p>
            <a:pPr indent="0" lvl="1" marL="342900" marR="0" rtl="0" algn="l">
              <a:lnSpc>
                <a:spcPct val="100000"/>
              </a:lnSpc>
              <a:spcBef>
                <a:spcPts val="0"/>
              </a:spcBef>
              <a:spcAft>
                <a:spcPts val="0"/>
              </a:spcAft>
              <a:buClr>
                <a:schemeClr val="dk1"/>
              </a:buClr>
              <a:buSzPts val="2000"/>
              <a:buFont typeface="Arial"/>
              <a:buNone/>
            </a:pPr>
            <a:r>
              <a:rPr b="1" i="0" lang="en" sz="2000" u="none" cap="none" strike="noStrike">
                <a:solidFill>
                  <a:schemeClr val="dk1"/>
                </a:solidFill>
                <a:latin typeface="Calibri"/>
                <a:ea typeface="Calibri"/>
                <a:cs typeface="Calibri"/>
                <a:sym typeface="Calibri"/>
              </a:rPr>
              <a:t>It is the smallest unit of information.</a:t>
            </a:r>
            <a:endParaRPr/>
          </a:p>
          <a:p>
            <a:pPr indent="-330200" lvl="1" marL="800100" marR="0" rtl="0" algn="l">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Calibri"/>
              <a:ea typeface="Calibri"/>
              <a:cs typeface="Calibri"/>
              <a:sym typeface="Calibri"/>
            </a:endParaRPr>
          </a:p>
        </p:txBody>
      </p:sp>
    </p:spTree>
  </p:cSld>
  <p:clrMapOvr>
    <a:masterClrMapping/>
  </p:clrMapOvr>
  <p:transition spd="slow">
    <p:push/>
  </p:transition>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3" name="Shape 1423"/>
        <p:cNvGrpSpPr/>
        <p:nvPr/>
      </p:nvGrpSpPr>
      <p:grpSpPr>
        <a:xfrm>
          <a:off x="0" y="0"/>
          <a:ext cx="0" cy="0"/>
          <a:chOff x="0" y="0"/>
          <a:chExt cx="0" cy="0"/>
        </a:xfrm>
      </p:grpSpPr>
      <p:sp>
        <p:nvSpPr>
          <p:cNvPr id="1424" name="Google Shape;1424;p112"/>
          <p:cNvSpPr/>
          <p:nvPr/>
        </p:nvSpPr>
        <p:spPr>
          <a:xfrm flipH="1">
            <a:off x="593725" y="608378"/>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425" name="Google Shape;1425;p112"/>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426" name="Google Shape;1426;p112"/>
          <p:cNvGrpSpPr/>
          <p:nvPr/>
        </p:nvGrpSpPr>
        <p:grpSpPr>
          <a:xfrm>
            <a:off x="593725" y="238125"/>
            <a:ext cx="8550275" cy="361950"/>
            <a:chOff x="0" y="0"/>
            <a:chExt cx="8550524" cy="362139"/>
          </a:xfrm>
        </p:grpSpPr>
        <p:sp>
          <p:nvSpPr>
            <p:cNvPr id="1427" name="Google Shape;1427;p112"/>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chemeClr val="dk1"/>
                </a:solidFill>
                <a:latin typeface="Calibri"/>
                <a:ea typeface="Calibri"/>
                <a:cs typeface="Calibri"/>
                <a:sym typeface="Calibri"/>
              </a:endParaRPr>
            </a:p>
          </p:txBody>
        </p:sp>
        <p:sp>
          <p:nvSpPr>
            <p:cNvPr id="1428" name="Google Shape;1428;p112"/>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chemeClr val="dk1"/>
                </a:solidFill>
                <a:latin typeface="Calibri"/>
                <a:ea typeface="Calibri"/>
                <a:cs typeface="Calibri"/>
                <a:sym typeface="Calibri"/>
              </a:endParaRPr>
            </a:p>
          </p:txBody>
        </p:sp>
      </p:grpSp>
      <p:grpSp>
        <p:nvGrpSpPr>
          <p:cNvPr id="1429" name="Google Shape;1429;p112"/>
          <p:cNvGrpSpPr/>
          <p:nvPr/>
        </p:nvGrpSpPr>
        <p:grpSpPr>
          <a:xfrm>
            <a:off x="0" y="600075"/>
            <a:ext cx="4847303" cy="539750"/>
            <a:chOff x="0" y="0"/>
            <a:chExt cx="3807075" cy="540000"/>
          </a:xfrm>
        </p:grpSpPr>
        <p:grpSp>
          <p:nvGrpSpPr>
            <p:cNvPr id="1430" name="Google Shape;1430;p112"/>
            <p:cNvGrpSpPr/>
            <p:nvPr/>
          </p:nvGrpSpPr>
          <p:grpSpPr>
            <a:xfrm>
              <a:off x="0" y="0"/>
              <a:ext cx="3807075" cy="540000"/>
              <a:chOff x="0" y="0"/>
              <a:chExt cx="3807075" cy="540000"/>
            </a:xfrm>
          </p:grpSpPr>
          <p:sp>
            <p:nvSpPr>
              <p:cNvPr id="1431" name="Google Shape;1431;p112"/>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Variables</a:t>
                </a:r>
                <a:endParaRPr/>
              </a:p>
            </p:txBody>
          </p:sp>
          <p:sp>
            <p:nvSpPr>
              <p:cNvPr id="1432" name="Google Shape;1432;p112"/>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433" name="Google Shape;1433;p112"/>
            <p:cNvSpPr/>
            <p:nvPr/>
          </p:nvSpPr>
          <p:spPr>
            <a:xfrm>
              <a:off x="268835" y="101328"/>
              <a:ext cx="309900" cy="337341"/>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Arial"/>
                <a:buNone/>
              </a:pPr>
              <a:r>
                <a:t/>
              </a:r>
              <a:endParaRPr b="1" i="0" sz="1600" u="none">
                <a:solidFill>
                  <a:schemeClr val="lt1"/>
                </a:solidFill>
                <a:latin typeface="Microsoft YaHei"/>
                <a:ea typeface="Microsoft YaHei"/>
                <a:cs typeface="Microsoft YaHei"/>
                <a:sym typeface="Microsoft YaHei"/>
              </a:endParaRPr>
            </a:p>
          </p:txBody>
        </p:sp>
      </p:grpSp>
      <p:sp>
        <p:nvSpPr>
          <p:cNvPr id="1434" name="Google Shape;1434;p112"/>
          <p:cNvSpPr/>
          <p:nvPr/>
        </p:nvSpPr>
        <p:spPr>
          <a:xfrm>
            <a:off x="1297305" y="1397000"/>
            <a:ext cx="7846695" cy="1015663"/>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000"/>
              <a:buFont typeface="Arial"/>
              <a:buChar char="•"/>
            </a:pPr>
            <a:r>
              <a:rPr b="0" i="0" lang="en" sz="2000" u="none">
                <a:solidFill>
                  <a:schemeClr val="dk1"/>
                </a:solidFill>
                <a:latin typeface="Calibri"/>
                <a:ea typeface="Calibri"/>
                <a:cs typeface="Calibri"/>
                <a:sym typeface="Calibri"/>
              </a:rPr>
              <a:t>We can store values in </a:t>
            </a:r>
            <a:r>
              <a:rPr b="0" i="0" lang="en" sz="2000" u="none">
                <a:solidFill>
                  <a:srgbClr val="6666FF"/>
                </a:solidFill>
                <a:latin typeface="Calibri"/>
                <a:ea typeface="Calibri"/>
                <a:cs typeface="Calibri"/>
                <a:sym typeface="Calibri"/>
              </a:rPr>
              <a:t>variables.</a:t>
            </a:r>
            <a:endParaRPr/>
          </a:p>
          <a:p>
            <a:pPr indent="-215900" lvl="0" marL="342900" marR="0" rtl="0" algn="l">
              <a:lnSpc>
                <a:spcPct val="100000"/>
              </a:lnSpc>
              <a:spcBef>
                <a:spcPts val="0"/>
              </a:spcBef>
              <a:spcAft>
                <a:spcPts val="0"/>
              </a:spcAft>
              <a:buClr>
                <a:schemeClr val="dk1"/>
              </a:buClr>
              <a:buSzPts val="2000"/>
              <a:buFont typeface="Arial"/>
              <a:buNone/>
            </a:pPr>
            <a:r>
              <a:t/>
            </a:r>
            <a:endParaRPr b="0" i="0" sz="2000" u="none">
              <a:solidFill>
                <a:srgbClr val="6666FF"/>
              </a:solidFill>
              <a:latin typeface="Calibri"/>
              <a:ea typeface="Calibri"/>
              <a:cs typeface="Calibri"/>
              <a:sym typeface="Calibri"/>
            </a:endParaRPr>
          </a:p>
          <a:p>
            <a:pPr indent="-215900" lvl="0" marL="342900" marR="0" rtl="0" algn="l">
              <a:lnSpc>
                <a:spcPct val="100000"/>
              </a:lnSpc>
              <a:spcBef>
                <a:spcPts val="0"/>
              </a:spcBef>
              <a:spcAft>
                <a:spcPts val="0"/>
              </a:spcAft>
              <a:buClr>
                <a:schemeClr val="dk1"/>
              </a:buClr>
              <a:buSzPts val="2000"/>
              <a:buFont typeface="Arial"/>
              <a:buNone/>
            </a:pPr>
            <a:r>
              <a:t/>
            </a:r>
            <a:endParaRPr b="0" i="0" sz="2000" u="none">
              <a:solidFill>
                <a:schemeClr val="dk1"/>
              </a:solidFill>
              <a:latin typeface="Calibri"/>
              <a:ea typeface="Calibri"/>
              <a:cs typeface="Calibri"/>
              <a:sym typeface="Calibri"/>
            </a:endParaRPr>
          </a:p>
        </p:txBody>
      </p:sp>
      <p:pic>
        <p:nvPicPr>
          <p:cNvPr id="1435" name="Google Shape;1435;p112"/>
          <p:cNvPicPr preferRelativeResize="0"/>
          <p:nvPr/>
        </p:nvPicPr>
        <p:blipFill rotWithShape="1">
          <a:blip r:embed="rId3">
            <a:alphaModFix/>
          </a:blip>
          <a:srcRect b="0" l="0" r="0" t="0"/>
          <a:stretch/>
        </p:blipFill>
        <p:spPr>
          <a:xfrm>
            <a:off x="1731911" y="2034051"/>
            <a:ext cx="4537900" cy="2597864"/>
          </a:xfrm>
          <a:prstGeom prst="rect">
            <a:avLst/>
          </a:prstGeom>
          <a:noFill/>
          <a:ln>
            <a:noFill/>
          </a:ln>
        </p:spPr>
      </p:pic>
    </p:spTree>
  </p:cSld>
  <p:clrMapOvr>
    <a:masterClrMapping/>
  </p:clrMapOvr>
  <p:transition spd="slow">
    <p:push/>
  </p:transition>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9" name="Shape 1439"/>
        <p:cNvGrpSpPr/>
        <p:nvPr/>
      </p:nvGrpSpPr>
      <p:grpSpPr>
        <a:xfrm>
          <a:off x="0" y="0"/>
          <a:ext cx="0" cy="0"/>
          <a:chOff x="0" y="0"/>
          <a:chExt cx="0" cy="0"/>
        </a:xfrm>
      </p:grpSpPr>
      <p:sp>
        <p:nvSpPr>
          <p:cNvPr id="1440" name="Google Shape;1440;p113"/>
          <p:cNvSpPr/>
          <p:nvPr/>
        </p:nvSpPr>
        <p:spPr>
          <a:xfrm flipH="1">
            <a:off x="593725" y="60007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441" name="Google Shape;1441;p113"/>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442" name="Google Shape;1442;p113"/>
          <p:cNvGrpSpPr/>
          <p:nvPr/>
        </p:nvGrpSpPr>
        <p:grpSpPr>
          <a:xfrm>
            <a:off x="593725" y="238347"/>
            <a:ext cx="8550275" cy="361950"/>
            <a:chOff x="0" y="0"/>
            <a:chExt cx="8550524" cy="362139"/>
          </a:xfrm>
        </p:grpSpPr>
        <p:sp>
          <p:nvSpPr>
            <p:cNvPr id="1443" name="Google Shape;1443;p113"/>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444" name="Google Shape;1444;p113"/>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445" name="Google Shape;1445;p113"/>
          <p:cNvGrpSpPr/>
          <p:nvPr/>
        </p:nvGrpSpPr>
        <p:grpSpPr>
          <a:xfrm>
            <a:off x="0" y="600074"/>
            <a:ext cx="3806825" cy="539750"/>
            <a:chOff x="0" y="0"/>
            <a:chExt cx="3807075" cy="540000"/>
          </a:xfrm>
        </p:grpSpPr>
        <p:sp>
          <p:nvSpPr>
            <p:cNvPr id="1446" name="Google Shape;1446;p113"/>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Variables</a:t>
              </a:r>
              <a:endParaRPr/>
            </a:p>
          </p:txBody>
        </p:sp>
        <p:sp>
          <p:nvSpPr>
            <p:cNvPr id="1447" name="Google Shape;1447;p113"/>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448" name="Google Shape;1448;p113"/>
          <p:cNvSpPr/>
          <p:nvPr/>
        </p:nvSpPr>
        <p:spPr>
          <a:xfrm>
            <a:off x="1297305" y="1397000"/>
            <a:ext cx="7846695" cy="2632003"/>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Variables can be declared using three keywords.</a:t>
            </a:r>
            <a:endParaRPr/>
          </a:p>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let</a:t>
            </a:r>
            <a:endParaRPr/>
          </a:p>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var</a:t>
            </a:r>
            <a:endParaRPr/>
          </a:p>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const </a:t>
            </a:r>
            <a:endParaRPr/>
          </a:p>
          <a:p>
            <a:pPr indent="-184150" lvl="0" marL="285750" marR="0" rtl="0" algn="just">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We can </a:t>
            </a:r>
            <a:r>
              <a:rPr b="0" i="0" lang="en" sz="1600" u="none">
                <a:solidFill>
                  <a:srgbClr val="6666FF"/>
                </a:solidFill>
                <a:latin typeface="Arial"/>
                <a:ea typeface="Arial"/>
                <a:cs typeface="Arial"/>
                <a:sym typeface="Arial"/>
              </a:rPr>
              <a:t>reassign and change </a:t>
            </a:r>
            <a:r>
              <a:rPr b="0" i="0" lang="en" sz="1600" u="none">
                <a:solidFill>
                  <a:schemeClr val="dk1"/>
                </a:solidFill>
                <a:latin typeface="Arial"/>
                <a:ea typeface="Arial"/>
                <a:cs typeface="Arial"/>
                <a:sym typeface="Arial"/>
              </a:rPr>
              <a:t>variables data in case of let &amp; var, but not in case of const.</a:t>
            </a:r>
            <a:endParaRPr b="0" i="0" sz="1600" u="none">
              <a:solidFill>
                <a:schemeClr val="dk1"/>
              </a:solidFill>
              <a:latin typeface="Arial"/>
              <a:ea typeface="Arial"/>
              <a:cs typeface="Arial"/>
              <a:sym typeface="Arial"/>
            </a:endParaRPr>
          </a:p>
        </p:txBody>
      </p:sp>
    </p:spTree>
  </p:cSld>
  <p:clrMapOvr>
    <a:masterClrMapping/>
  </p:clrMapOvr>
  <p:transition spd="slow">
    <p:push/>
  </p:transition>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2" name="Shape 1452"/>
        <p:cNvGrpSpPr/>
        <p:nvPr/>
      </p:nvGrpSpPr>
      <p:grpSpPr>
        <a:xfrm>
          <a:off x="0" y="0"/>
          <a:ext cx="0" cy="0"/>
          <a:chOff x="0" y="0"/>
          <a:chExt cx="0" cy="0"/>
        </a:xfrm>
      </p:grpSpPr>
      <p:sp>
        <p:nvSpPr>
          <p:cNvPr id="1453" name="Google Shape;1453;p114"/>
          <p:cNvSpPr/>
          <p:nvPr/>
        </p:nvSpPr>
        <p:spPr>
          <a:xfrm flipH="1">
            <a:off x="593725" y="60007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454" name="Google Shape;1454;p114"/>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455" name="Google Shape;1455;p114"/>
          <p:cNvGrpSpPr/>
          <p:nvPr/>
        </p:nvGrpSpPr>
        <p:grpSpPr>
          <a:xfrm>
            <a:off x="593725" y="238347"/>
            <a:ext cx="8550275" cy="361950"/>
            <a:chOff x="0" y="0"/>
            <a:chExt cx="8550524" cy="362139"/>
          </a:xfrm>
        </p:grpSpPr>
        <p:sp>
          <p:nvSpPr>
            <p:cNvPr id="1456" name="Google Shape;1456;p114"/>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457" name="Google Shape;1457;p114"/>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458" name="Google Shape;1458;p114"/>
          <p:cNvGrpSpPr/>
          <p:nvPr/>
        </p:nvGrpSpPr>
        <p:grpSpPr>
          <a:xfrm>
            <a:off x="0" y="600074"/>
            <a:ext cx="3806825" cy="539750"/>
            <a:chOff x="0" y="0"/>
            <a:chExt cx="3807075" cy="540000"/>
          </a:xfrm>
        </p:grpSpPr>
        <p:sp>
          <p:nvSpPr>
            <p:cNvPr id="1459" name="Google Shape;1459;p114"/>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Variables</a:t>
              </a:r>
              <a:endParaRPr/>
            </a:p>
          </p:txBody>
        </p:sp>
        <p:sp>
          <p:nvSpPr>
            <p:cNvPr id="1460" name="Google Shape;1460;p114"/>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461" name="Google Shape;1461;p114"/>
          <p:cNvSpPr/>
          <p:nvPr/>
        </p:nvSpPr>
        <p:spPr>
          <a:xfrm>
            <a:off x="1297305" y="1397000"/>
            <a:ext cx="7846695" cy="3370666"/>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Rules for writing Names of Variables.</a:t>
            </a:r>
            <a:endParaRPr/>
          </a:p>
          <a:p>
            <a:pPr indent="0" lvl="0" marL="0" marR="0" rtl="0" algn="just">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Descriptive, </a:t>
            </a:r>
            <a:r>
              <a:rPr b="1" i="0" lang="en" sz="1600" u="none">
                <a:solidFill>
                  <a:schemeClr val="dk1"/>
                </a:solidFill>
              </a:rPr>
              <a:t>specific</a:t>
            </a:r>
            <a:r>
              <a:rPr b="0" i="0" lang="en" sz="1600" u="none">
                <a:solidFill>
                  <a:schemeClr val="dk1"/>
                </a:solidFill>
                <a:latin typeface="Arial"/>
                <a:ea typeface="Arial"/>
                <a:cs typeface="Arial"/>
                <a:sym typeface="Arial"/>
              </a:rPr>
              <a:t> and </a:t>
            </a:r>
            <a:r>
              <a:rPr b="1" i="0" lang="en" sz="1600" u="none">
                <a:solidFill>
                  <a:schemeClr val="dk1"/>
                </a:solidFill>
              </a:rPr>
              <a:t>meaningful</a:t>
            </a:r>
            <a:r>
              <a:rPr b="0" i="0" lang="en" sz="1600" u="none">
                <a:solidFill>
                  <a:schemeClr val="dk1"/>
                </a:solidFill>
                <a:latin typeface="Arial"/>
                <a:ea typeface="Arial"/>
                <a:cs typeface="Arial"/>
                <a:sym typeface="Arial"/>
              </a:rPr>
              <a:t>. </a:t>
            </a:r>
            <a:endParaRPr b="0" i="0" sz="1600" u="none">
              <a:solidFill>
                <a:schemeClr val="dk1"/>
              </a:solidFill>
              <a:latin typeface="Arial"/>
              <a:ea typeface="Arial"/>
              <a:cs typeface="Arial"/>
              <a:sym typeface="Arial"/>
            </a:endParaRPr>
          </a:p>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Names can be written using </a:t>
            </a:r>
            <a:r>
              <a:rPr b="1" i="0" lang="en" sz="1600" u="none">
                <a:solidFill>
                  <a:schemeClr val="dk1"/>
                </a:solidFill>
              </a:rPr>
              <a:t>Camel Case.</a:t>
            </a:r>
            <a:endParaRPr b="1"/>
          </a:p>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Can be written including letters, numbers, but not start with number. </a:t>
            </a:r>
            <a:endParaRPr/>
          </a:p>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No special characters are allowed.</a:t>
            </a:r>
            <a:endParaRPr/>
          </a:p>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Avoid using keywords or reserved words as variable names</a:t>
            </a:r>
            <a:endParaRPr/>
          </a:p>
          <a:p>
            <a:pPr indent="-184150" lvl="0" marL="285750" marR="0" rtl="0" algn="just">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p:txBody>
      </p:sp>
    </p:spTree>
  </p:cSld>
  <p:clrMapOvr>
    <a:masterClrMapping/>
  </p:clrMapOvr>
  <p:transition spd="slow">
    <p:push/>
  </p:transition>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5" name="Shape 1465"/>
        <p:cNvGrpSpPr/>
        <p:nvPr/>
      </p:nvGrpSpPr>
      <p:grpSpPr>
        <a:xfrm>
          <a:off x="0" y="0"/>
          <a:ext cx="0" cy="0"/>
          <a:chOff x="0" y="0"/>
          <a:chExt cx="0" cy="0"/>
        </a:xfrm>
      </p:grpSpPr>
      <p:sp>
        <p:nvSpPr>
          <p:cNvPr id="1466" name="Google Shape;1466;p115"/>
          <p:cNvSpPr/>
          <p:nvPr/>
        </p:nvSpPr>
        <p:spPr>
          <a:xfrm flipH="1">
            <a:off x="593725" y="60007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467" name="Google Shape;1467;p115"/>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468" name="Google Shape;1468;p115"/>
          <p:cNvGrpSpPr/>
          <p:nvPr/>
        </p:nvGrpSpPr>
        <p:grpSpPr>
          <a:xfrm>
            <a:off x="593725" y="238347"/>
            <a:ext cx="8550275" cy="361950"/>
            <a:chOff x="0" y="0"/>
            <a:chExt cx="8550524" cy="362139"/>
          </a:xfrm>
        </p:grpSpPr>
        <p:sp>
          <p:nvSpPr>
            <p:cNvPr id="1469" name="Google Shape;1469;p115"/>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470" name="Google Shape;1470;p115"/>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471" name="Google Shape;1471;p115"/>
          <p:cNvGrpSpPr/>
          <p:nvPr/>
        </p:nvGrpSpPr>
        <p:grpSpPr>
          <a:xfrm>
            <a:off x="0" y="600074"/>
            <a:ext cx="3806825" cy="539750"/>
            <a:chOff x="0" y="0"/>
            <a:chExt cx="3807075" cy="540000"/>
          </a:xfrm>
        </p:grpSpPr>
        <p:sp>
          <p:nvSpPr>
            <p:cNvPr id="1472" name="Google Shape;1472;p115"/>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Comments</a:t>
              </a:r>
              <a:endParaRPr/>
            </a:p>
          </p:txBody>
        </p:sp>
        <p:sp>
          <p:nvSpPr>
            <p:cNvPr id="1473" name="Google Shape;1473;p115"/>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474" name="Google Shape;1474;p115"/>
          <p:cNvSpPr/>
          <p:nvPr/>
        </p:nvSpPr>
        <p:spPr>
          <a:xfrm>
            <a:off x="1297305" y="1397000"/>
            <a:ext cx="7846695" cy="3739998"/>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Comments are a way to add </a:t>
            </a:r>
            <a:r>
              <a:rPr b="1" i="0" lang="en" sz="1600" u="none">
                <a:solidFill>
                  <a:schemeClr val="dk1"/>
                </a:solidFill>
              </a:rPr>
              <a:t>notes</a:t>
            </a:r>
            <a:r>
              <a:rPr b="0" i="0" lang="en" sz="1600" u="none">
                <a:solidFill>
                  <a:schemeClr val="dk1"/>
                </a:solidFill>
                <a:latin typeface="Arial"/>
                <a:ea typeface="Arial"/>
                <a:cs typeface="Arial"/>
                <a:sym typeface="Arial"/>
              </a:rPr>
              <a:t> and </a:t>
            </a:r>
            <a:r>
              <a:rPr b="1" i="0" lang="en" sz="1600" u="none">
                <a:solidFill>
                  <a:schemeClr val="dk1"/>
                </a:solidFill>
              </a:rPr>
              <a:t>explanations</a:t>
            </a:r>
            <a:r>
              <a:rPr b="0" i="0" lang="en" sz="1600" u="none">
                <a:solidFill>
                  <a:schemeClr val="dk1"/>
                </a:solidFill>
                <a:latin typeface="Arial"/>
                <a:ea typeface="Arial"/>
                <a:cs typeface="Arial"/>
                <a:sym typeface="Arial"/>
              </a:rPr>
              <a:t> to the code. They are ignored by the interpreter and</a:t>
            </a:r>
            <a:r>
              <a:rPr b="1" i="0" lang="en" sz="1600" u="none">
                <a:solidFill>
                  <a:schemeClr val="dk1"/>
                </a:solidFill>
              </a:rPr>
              <a:t> do not affect the execution of the program</a:t>
            </a:r>
            <a:r>
              <a:rPr b="0" i="0" lang="en" sz="1600" u="none">
                <a:solidFill>
                  <a:schemeClr val="dk1"/>
                </a:solidFill>
                <a:latin typeface="Arial"/>
                <a:ea typeface="Arial"/>
                <a:cs typeface="Arial"/>
                <a:sym typeface="Arial"/>
              </a:rPr>
              <a:t>.</a:t>
            </a:r>
            <a:endParaRPr/>
          </a:p>
          <a:p>
            <a:pPr indent="0" lvl="0" marL="0" marR="0" rtl="0" algn="just">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There are two types of comments:</a:t>
            </a:r>
            <a:endParaRPr/>
          </a:p>
          <a:p>
            <a:pPr indent="-285750" lvl="1" marL="628650" marR="0" rtl="0" algn="just">
              <a:lnSpc>
                <a:spcPct val="150000"/>
              </a:lnSpc>
              <a:spcBef>
                <a:spcPts val="0"/>
              </a:spcBef>
              <a:spcAft>
                <a:spcPts val="0"/>
              </a:spcAft>
              <a:buClr>
                <a:schemeClr val="dk1"/>
              </a:buClr>
              <a:buSzPts val="1600"/>
              <a:buFont typeface="Arial"/>
              <a:buChar char="•"/>
            </a:pPr>
            <a:r>
              <a:rPr b="1" i="0" lang="en" sz="1600" u="none" cap="none" strike="noStrike">
                <a:solidFill>
                  <a:schemeClr val="dk1"/>
                </a:solidFill>
              </a:rPr>
              <a:t>Single Line </a:t>
            </a:r>
            <a:r>
              <a:rPr b="0" i="0" lang="en" sz="1600" u="none" cap="none" strike="noStrike">
                <a:solidFill>
                  <a:schemeClr val="dk1"/>
                </a:solidFill>
                <a:latin typeface="Arial"/>
                <a:ea typeface="Arial"/>
                <a:cs typeface="Arial"/>
                <a:sym typeface="Arial"/>
              </a:rPr>
              <a:t>Comments</a:t>
            </a:r>
            <a:endParaRPr/>
          </a:p>
          <a:p>
            <a:pPr indent="-285750" lvl="1" marL="628650" marR="0" rtl="0" algn="just">
              <a:lnSpc>
                <a:spcPct val="150000"/>
              </a:lnSpc>
              <a:spcBef>
                <a:spcPts val="0"/>
              </a:spcBef>
              <a:spcAft>
                <a:spcPts val="0"/>
              </a:spcAft>
              <a:buClr>
                <a:schemeClr val="dk1"/>
              </a:buClr>
              <a:buSzPts val="1600"/>
              <a:buFont typeface="Arial"/>
              <a:buChar char="•"/>
            </a:pPr>
            <a:r>
              <a:rPr b="1" i="0" lang="en" sz="1600" u="none" cap="none" strike="noStrike">
                <a:solidFill>
                  <a:schemeClr val="dk1"/>
                </a:solidFill>
              </a:rPr>
              <a:t>Multi-Line</a:t>
            </a:r>
            <a:r>
              <a:rPr b="0" i="0" lang="en" sz="1600" u="none" cap="none" strike="noStrike">
                <a:solidFill>
                  <a:schemeClr val="dk1"/>
                </a:solidFill>
                <a:latin typeface="Arial"/>
                <a:ea typeface="Arial"/>
                <a:cs typeface="Arial"/>
                <a:sym typeface="Arial"/>
              </a:rPr>
              <a:t> Comments</a:t>
            </a:r>
            <a:endParaRPr/>
          </a:p>
          <a:p>
            <a:pPr indent="-184150" lvl="1" marL="628650" marR="0" rtl="0" algn="just">
              <a:lnSpc>
                <a:spcPct val="15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Both types of comments are ignored by the interpreter and are not executed. They can be used to explain the code, to disable parts of the code temporarily, or to leave notes for other developers</a:t>
            </a:r>
            <a:endParaRPr b="0" i="0" sz="1600" u="none">
              <a:solidFill>
                <a:schemeClr val="dk1"/>
              </a:solidFill>
              <a:latin typeface="Arial"/>
              <a:ea typeface="Arial"/>
              <a:cs typeface="Arial"/>
              <a:sym typeface="Arial"/>
            </a:endParaRPr>
          </a:p>
        </p:txBody>
      </p:sp>
    </p:spTree>
  </p:cSld>
  <p:clrMapOvr>
    <a:masterClrMapping/>
  </p:clrMapOvr>
  <p:transition spd="slow">
    <p:push/>
  </p:transition>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8" name="Shape 1478"/>
        <p:cNvGrpSpPr/>
        <p:nvPr/>
      </p:nvGrpSpPr>
      <p:grpSpPr>
        <a:xfrm>
          <a:off x="0" y="0"/>
          <a:ext cx="0" cy="0"/>
          <a:chOff x="0" y="0"/>
          <a:chExt cx="0" cy="0"/>
        </a:xfrm>
      </p:grpSpPr>
      <p:sp>
        <p:nvSpPr>
          <p:cNvPr id="1479" name="Google Shape;1479;p116"/>
          <p:cNvSpPr/>
          <p:nvPr/>
        </p:nvSpPr>
        <p:spPr>
          <a:xfrm flipH="1">
            <a:off x="593725" y="608378"/>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480" name="Google Shape;1480;p116"/>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481" name="Google Shape;1481;p116"/>
          <p:cNvGrpSpPr/>
          <p:nvPr/>
        </p:nvGrpSpPr>
        <p:grpSpPr>
          <a:xfrm>
            <a:off x="593725" y="238125"/>
            <a:ext cx="8550275" cy="361950"/>
            <a:chOff x="0" y="0"/>
            <a:chExt cx="8550524" cy="362139"/>
          </a:xfrm>
        </p:grpSpPr>
        <p:sp>
          <p:nvSpPr>
            <p:cNvPr id="1482" name="Google Shape;1482;p116"/>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483" name="Google Shape;1483;p116"/>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484" name="Google Shape;1484;p116"/>
          <p:cNvGrpSpPr/>
          <p:nvPr/>
        </p:nvGrpSpPr>
        <p:grpSpPr>
          <a:xfrm>
            <a:off x="0" y="600075"/>
            <a:ext cx="3806825" cy="539750"/>
            <a:chOff x="0" y="0"/>
            <a:chExt cx="3807075" cy="540000"/>
          </a:xfrm>
        </p:grpSpPr>
        <p:grpSp>
          <p:nvGrpSpPr>
            <p:cNvPr id="1485" name="Google Shape;1485;p116"/>
            <p:cNvGrpSpPr/>
            <p:nvPr/>
          </p:nvGrpSpPr>
          <p:grpSpPr>
            <a:xfrm>
              <a:off x="0" y="0"/>
              <a:ext cx="3807075" cy="540000"/>
              <a:chOff x="0" y="0"/>
              <a:chExt cx="3807075" cy="540000"/>
            </a:xfrm>
          </p:grpSpPr>
          <p:sp>
            <p:nvSpPr>
              <p:cNvPr id="1486" name="Google Shape;1486;p116"/>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Data Types</a:t>
                </a:r>
                <a:endParaRPr/>
              </a:p>
            </p:txBody>
          </p:sp>
          <p:sp>
            <p:nvSpPr>
              <p:cNvPr id="1487" name="Google Shape;1487;p116"/>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488" name="Google Shape;1488;p116"/>
            <p:cNvSpPr/>
            <p:nvPr/>
          </p:nvSpPr>
          <p:spPr>
            <a:xfrm>
              <a:off x="773475" y="100723"/>
              <a:ext cx="309900" cy="337341"/>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Arial"/>
                <a:buNone/>
              </a:pPr>
              <a:r>
                <a:t/>
              </a:r>
              <a:endParaRPr b="1" i="0" sz="1600" u="none">
                <a:solidFill>
                  <a:schemeClr val="lt1"/>
                </a:solidFill>
                <a:latin typeface="Microsoft YaHei"/>
                <a:ea typeface="Microsoft YaHei"/>
                <a:cs typeface="Microsoft YaHei"/>
                <a:sym typeface="Microsoft YaHei"/>
              </a:endParaRPr>
            </a:p>
          </p:txBody>
        </p:sp>
      </p:grpSp>
      <p:sp>
        <p:nvSpPr>
          <p:cNvPr id="1489" name="Google Shape;1489;p116"/>
          <p:cNvSpPr/>
          <p:nvPr/>
        </p:nvSpPr>
        <p:spPr>
          <a:xfrm>
            <a:off x="953714" y="1357671"/>
            <a:ext cx="7846695" cy="1524007"/>
          </a:xfrm>
          <a:prstGeom prst="rect">
            <a:avLst/>
          </a:prstGeom>
          <a:noFill/>
          <a:ln>
            <a:noFill/>
          </a:ln>
        </p:spPr>
        <p:txBody>
          <a:bodyPr anchorCtr="0" anchor="t" bIns="45700" lIns="91425" spcFirstLastPara="1" rIns="91425" wrap="square" tIns="45700">
            <a:noAutofit/>
          </a:bodyPr>
          <a:lstStyle/>
          <a:p>
            <a:pPr indent="-285750" lvl="1" marL="6286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We have already learned about values.</a:t>
            </a:r>
            <a:endParaRPr/>
          </a:p>
          <a:p>
            <a:pPr indent="-285750" lvl="1" marL="6286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Values can be of different types.</a:t>
            </a:r>
            <a:endParaRPr/>
          </a:p>
          <a:p>
            <a:pPr indent="-184150" lvl="1" marL="628650" marR="0" rtl="0" algn="just">
              <a:lnSpc>
                <a:spcPct val="15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184150" lvl="1" marL="628650" marR="0" rtl="0" algn="just">
              <a:lnSpc>
                <a:spcPct val="15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p:txBody>
      </p:sp>
      <p:pic>
        <p:nvPicPr>
          <p:cNvPr id="1490" name="Google Shape;1490;p116"/>
          <p:cNvPicPr preferRelativeResize="0"/>
          <p:nvPr/>
        </p:nvPicPr>
        <p:blipFill rotWithShape="1">
          <a:blip r:embed="rId3">
            <a:alphaModFix/>
          </a:blip>
          <a:srcRect b="0" l="0" r="0" t="0"/>
          <a:stretch/>
        </p:blipFill>
        <p:spPr>
          <a:xfrm>
            <a:off x="3018502" y="2314316"/>
            <a:ext cx="5704195" cy="2803422"/>
          </a:xfrm>
          <a:prstGeom prst="rect">
            <a:avLst/>
          </a:prstGeom>
          <a:noFill/>
          <a:ln>
            <a:noFill/>
          </a:ln>
        </p:spPr>
      </p:pic>
    </p:spTree>
  </p:cSld>
  <p:clrMapOvr>
    <a:masterClrMapping/>
  </p:clrMapOvr>
  <p:transition spd="slow">
    <p:push/>
  </p:transition>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4" name="Shape 1494"/>
        <p:cNvGrpSpPr/>
        <p:nvPr/>
      </p:nvGrpSpPr>
      <p:grpSpPr>
        <a:xfrm>
          <a:off x="0" y="0"/>
          <a:ext cx="0" cy="0"/>
          <a:chOff x="0" y="0"/>
          <a:chExt cx="0" cy="0"/>
        </a:xfrm>
      </p:grpSpPr>
      <p:sp>
        <p:nvSpPr>
          <p:cNvPr id="1495" name="Google Shape;1495;p117"/>
          <p:cNvSpPr/>
          <p:nvPr/>
        </p:nvSpPr>
        <p:spPr>
          <a:xfrm flipH="1">
            <a:off x="593725" y="596900"/>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496" name="Google Shape;1496;p117"/>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497" name="Google Shape;1497;p117"/>
          <p:cNvGrpSpPr/>
          <p:nvPr/>
        </p:nvGrpSpPr>
        <p:grpSpPr>
          <a:xfrm>
            <a:off x="593725" y="222821"/>
            <a:ext cx="8550275" cy="361950"/>
            <a:chOff x="0" y="0"/>
            <a:chExt cx="8550524" cy="362139"/>
          </a:xfrm>
        </p:grpSpPr>
        <p:sp>
          <p:nvSpPr>
            <p:cNvPr id="1498" name="Google Shape;1498;p117"/>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499" name="Google Shape;1499;p117"/>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500" name="Google Shape;1500;p117"/>
          <p:cNvGrpSpPr/>
          <p:nvPr/>
        </p:nvGrpSpPr>
        <p:grpSpPr>
          <a:xfrm>
            <a:off x="0" y="576580"/>
            <a:ext cx="3806825" cy="539750"/>
            <a:chOff x="0" y="0"/>
            <a:chExt cx="3807075" cy="540000"/>
          </a:xfrm>
        </p:grpSpPr>
        <p:sp>
          <p:nvSpPr>
            <p:cNvPr id="1501" name="Google Shape;1501;p117"/>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Data Types</a:t>
              </a:r>
              <a:endParaRPr/>
            </a:p>
          </p:txBody>
        </p:sp>
        <p:sp>
          <p:nvSpPr>
            <p:cNvPr id="1502" name="Google Shape;1502;p117"/>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pic>
        <p:nvPicPr>
          <p:cNvPr id="1503" name="Google Shape;1503;p117"/>
          <p:cNvPicPr preferRelativeResize="0"/>
          <p:nvPr/>
        </p:nvPicPr>
        <p:blipFill rotWithShape="1">
          <a:blip r:embed="rId3">
            <a:alphaModFix/>
          </a:blip>
          <a:srcRect b="0" l="0" r="0" t="0"/>
          <a:stretch/>
        </p:blipFill>
        <p:spPr>
          <a:xfrm>
            <a:off x="953714" y="1216949"/>
            <a:ext cx="7964129" cy="3517572"/>
          </a:xfrm>
          <a:prstGeom prst="rect">
            <a:avLst/>
          </a:prstGeom>
          <a:noFill/>
          <a:ln>
            <a:noFill/>
          </a:ln>
        </p:spPr>
      </p:pic>
    </p:spTree>
  </p:cSld>
  <p:clrMapOvr>
    <a:masterClrMapping/>
  </p:clrMapOvr>
  <p:transition spd="slow">
    <p:push/>
  </p:transition>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7" name="Shape 1507"/>
        <p:cNvGrpSpPr/>
        <p:nvPr/>
      </p:nvGrpSpPr>
      <p:grpSpPr>
        <a:xfrm>
          <a:off x="0" y="0"/>
          <a:ext cx="0" cy="0"/>
          <a:chOff x="0" y="0"/>
          <a:chExt cx="0" cy="0"/>
        </a:xfrm>
      </p:grpSpPr>
      <p:sp>
        <p:nvSpPr>
          <p:cNvPr id="1508" name="Google Shape;1508;p118"/>
          <p:cNvSpPr/>
          <p:nvPr/>
        </p:nvSpPr>
        <p:spPr>
          <a:xfrm flipH="1">
            <a:off x="593725" y="596900"/>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509" name="Google Shape;1509;p118"/>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510" name="Google Shape;1510;p118"/>
          <p:cNvGrpSpPr/>
          <p:nvPr/>
        </p:nvGrpSpPr>
        <p:grpSpPr>
          <a:xfrm>
            <a:off x="593725" y="222821"/>
            <a:ext cx="8550275" cy="361950"/>
            <a:chOff x="0" y="0"/>
            <a:chExt cx="8550524" cy="362139"/>
          </a:xfrm>
        </p:grpSpPr>
        <p:sp>
          <p:nvSpPr>
            <p:cNvPr id="1511" name="Google Shape;1511;p118"/>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512" name="Google Shape;1512;p118"/>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513" name="Google Shape;1513;p118"/>
          <p:cNvGrpSpPr/>
          <p:nvPr/>
        </p:nvGrpSpPr>
        <p:grpSpPr>
          <a:xfrm>
            <a:off x="0" y="576580"/>
            <a:ext cx="3806825" cy="539750"/>
            <a:chOff x="0" y="0"/>
            <a:chExt cx="3807075" cy="540000"/>
          </a:xfrm>
        </p:grpSpPr>
        <p:sp>
          <p:nvSpPr>
            <p:cNvPr id="1514" name="Google Shape;1514;p118"/>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JS Behaviors</a:t>
              </a:r>
              <a:endParaRPr/>
            </a:p>
          </p:txBody>
        </p:sp>
        <p:sp>
          <p:nvSpPr>
            <p:cNvPr id="1515" name="Google Shape;1515;p118"/>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516" name="Google Shape;1516;p118"/>
          <p:cNvSpPr/>
          <p:nvPr/>
        </p:nvSpPr>
        <p:spPr>
          <a:xfrm>
            <a:off x="1297305" y="1397000"/>
            <a:ext cx="7846695" cy="1160511"/>
          </a:xfrm>
          <a:prstGeom prst="rect">
            <a:avLst/>
          </a:prstGeom>
          <a:noFill/>
          <a:ln>
            <a:noFill/>
          </a:ln>
        </p:spPr>
        <p:txBody>
          <a:bodyPr anchorCtr="0" anchor="t" bIns="45700" lIns="91425" spcFirstLastPara="1" rIns="91425" wrap="square" tIns="45700">
            <a:noAutofit/>
          </a:bodyPr>
          <a:lstStyle/>
          <a:p>
            <a:pPr indent="0" lvl="1" marL="342900" marR="0" rtl="0" algn="just">
              <a:lnSpc>
                <a:spcPct val="150000"/>
              </a:lnSpc>
              <a:spcBef>
                <a:spcPts val="0"/>
              </a:spcBef>
              <a:spcAft>
                <a:spcPts val="0"/>
              </a:spcAft>
              <a:buClr>
                <a:schemeClr val="dk1"/>
              </a:buClr>
              <a:buSzPts val="1600"/>
              <a:buFont typeface="Arial"/>
              <a:buNone/>
            </a:pPr>
            <a:r>
              <a:rPr b="0" i="0" lang="en" sz="1600" u="none" cap="none" strike="noStrike">
                <a:solidFill>
                  <a:schemeClr val="dk1"/>
                </a:solidFill>
                <a:latin typeface="Arial"/>
                <a:ea typeface="Arial"/>
                <a:cs typeface="Arial"/>
                <a:sym typeface="Arial"/>
              </a:rPr>
              <a:t>JavaScript has dynamic typing: We do not have to manually define the data type of the value stored in a variable. Instead, data types are determined automatically.</a:t>
            </a:r>
            <a:endParaRPr b="0" i="0" sz="1600" u="none" cap="none" strike="noStrike">
              <a:solidFill>
                <a:schemeClr val="dk1"/>
              </a:solidFill>
              <a:latin typeface="Arial"/>
              <a:ea typeface="Arial"/>
              <a:cs typeface="Arial"/>
              <a:sym typeface="Arial"/>
            </a:endParaRPr>
          </a:p>
        </p:txBody>
      </p:sp>
    </p:spTree>
  </p:cSld>
  <p:clrMapOvr>
    <a:masterClrMapping/>
  </p:clrMapOvr>
  <p:transition spd="slow">
    <p:push/>
  </p:transition>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0" name="Shape 1520"/>
        <p:cNvGrpSpPr/>
        <p:nvPr/>
      </p:nvGrpSpPr>
      <p:grpSpPr>
        <a:xfrm>
          <a:off x="0" y="0"/>
          <a:ext cx="0" cy="0"/>
          <a:chOff x="0" y="0"/>
          <a:chExt cx="0" cy="0"/>
        </a:xfrm>
      </p:grpSpPr>
      <p:sp>
        <p:nvSpPr>
          <p:cNvPr id="1521" name="Google Shape;1521;p119"/>
          <p:cNvSpPr/>
          <p:nvPr/>
        </p:nvSpPr>
        <p:spPr>
          <a:xfrm flipH="1">
            <a:off x="593725" y="596900"/>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522" name="Google Shape;1522;p119"/>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523" name="Google Shape;1523;p119"/>
          <p:cNvGrpSpPr/>
          <p:nvPr/>
        </p:nvGrpSpPr>
        <p:grpSpPr>
          <a:xfrm>
            <a:off x="593725" y="222821"/>
            <a:ext cx="8550275" cy="361950"/>
            <a:chOff x="0" y="0"/>
            <a:chExt cx="8550524" cy="362139"/>
          </a:xfrm>
        </p:grpSpPr>
        <p:sp>
          <p:nvSpPr>
            <p:cNvPr id="1524" name="Google Shape;1524;p119"/>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525" name="Google Shape;1525;p119"/>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526" name="Google Shape;1526;p119"/>
          <p:cNvGrpSpPr/>
          <p:nvPr/>
        </p:nvGrpSpPr>
        <p:grpSpPr>
          <a:xfrm>
            <a:off x="0" y="576580"/>
            <a:ext cx="3806825" cy="539750"/>
            <a:chOff x="0" y="0"/>
            <a:chExt cx="3807075" cy="540000"/>
          </a:xfrm>
        </p:grpSpPr>
        <p:sp>
          <p:nvSpPr>
            <p:cNvPr id="1527" name="Google Shape;1527;p119"/>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JS Operators</a:t>
              </a:r>
              <a:endParaRPr/>
            </a:p>
          </p:txBody>
        </p:sp>
        <p:sp>
          <p:nvSpPr>
            <p:cNvPr id="1528" name="Google Shape;1528;p119"/>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529" name="Google Shape;1529;p119"/>
          <p:cNvSpPr/>
          <p:nvPr/>
        </p:nvSpPr>
        <p:spPr>
          <a:xfrm>
            <a:off x="1297305" y="1397000"/>
            <a:ext cx="7846695" cy="1524007"/>
          </a:xfrm>
          <a:prstGeom prst="rect">
            <a:avLst/>
          </a:prstGeom>
          <a:noFill/>
          <a:ln>
            <a:noFill/>
          </a:ln>
        </p:spPr>
        <p:txBody>
          <a:bodyPr anchorCtr="0" anchor="t" bIns="45700" lIns="91425" spcFirstLastPara="1" rIns="91425" wrap="square" tIns="45700">
            <a:noAutofit/>
          </a:bodyPr>
          <a:lstStyle/>
          <a:p>
            <a:pPr indent="0" lvl="1" marL="342900" marR="0" rtl="0" algn="just">
              <a:lnSpc>
                <a:spcPct val="150000"/>
              </a:lnSpc>
              <a:spcBef>
                <a:spcPts val="0"/>
              </a:spcBef>
              <a:spcAft>
                <a:spcPts val="0"/>
              </a:spcAft>
              <a:buClr>
                <a:schemeClr val="dk1"/>
              </a:buClr>
              <a:buSzPts val="1600"/>
              <a:buFont typeface="Arial"/>
              <a:buNone/>
            </a:pPr>
            <a:r>
              <a:rPr b="0" i="0" lang="en" sz="1600" u="none" cap="none" strike="noStrike">
                <a:solidFill>
                  <a:schemeClr val="dk1"/>
                </a:solidFill>
                <a:latin typeface="Arial"/>
                <a:ea typeface="Arial"/>
                <a:cs typeface="Arial"/>
                <a:sym typeface="Arial"/>
              </a:rPr>
              <a:t>We can do every type of operation with our data types.</a:t>
            </a:r>
            <a:endParaRPr/>
          </a:p>
          <a:p>
            <a:pPr indent="0" lvl="1" marL="342900" marR="0" rtl="0" algn="just">
              <a:lnSpc>
                <a:spcPct val="150000"/>
              </a:lnSpc>
              <a:spcBef>
                <a:spcPts val="0"/>
              </a:spcBef>
              <a:spcAft>
                <a:spcPts val="0"/>
              </a:spcAft>
              <a:buClr>
                <a:srgbClr val="6666FF"/>
              </a:buClr>
              <a:buSzPts val="1600"/>
              <a:buFont typeface="Arial"/>
              <a:buNone/>
            </a:pPr>
            <a:r>
              <a:rPr b="0" i="0" lang="en" sz="1600" u="none" cap="none" strike="noStrike">
                <a:solidFill>
                  <a:srgbClr val="6666FF"/>
                </a:solidFill>
                <a:latin typeface="Arial"/>
                <a:ea typeface="Arial"/>
                <a:cs typeface="Arial"/>
                <a:sym typeface="Arial"/>
              </a:rPr>
              <a:t>Add | Minus | Multiply | Divide | Conditions</a:t>
            </a:r>
            <a:endParaRPr/>
          </a:p>
          <a:p>
            <a:pPr indent="0" lvl="1" marL="342900" marR="0" rtl="0" algn="just">
              <a:lnSpc>
                <a:spcPct val="150000"/>
              </a:lnSpc>
              <a:spcBef>
                <a:spcPts val="0"/>
              </a:spcBef>
              <a:spcAft>
                <a:spcPts val="0"/>
              </a:spcAft>
              <a:buClr>
                <a:schemeClr val="dk1"/>
              </a:buClr>
              <a:buSzPts val="1600"/>
              <a:buFont typeface="Arial"/>
              <a:buNone/>
            </a:pPr>
            <a:r>
              <a:t/>
            </a:r>
            <a:endParaRPr b="0" i="0" sz="1600" u="none" cap="none" strike="noStrike">
              <a:solidFill>
                <a:srgbClr val="6666FF"/>
              </a:solidFill>
              <a:latin typeface="Arial"/>
              <a:ea typeface="Arial"/>
              <a:cs typeface="Arial"/>
              <a:sym typeface="Arial"/>
            </a:endParaRPr>
          </a:p>
          <a:p>
            <a:pPr indent="0" lvl="1" marL="342900" marR="0" rtl="0" algn="just">
              <a:lnSpc>
                <a:spcPct val="150000"/>
              </a:lnSpc>
              <a:spcBef>
                <a:spcPts val="0"/>
              </a:spcBef>
              <a:spcAft>
                <a:spcPts val="0"/>
              </a:spcAft>
              <a:buClr>
                <a:schemeClr val="dk1"/>
              </a:buClr>
              <a:buSzPts val="1600"/>
              <a:buFont typeface="Arial"/>
              <a:buNone/>
            </a:pPr>
            <a:r>
              <a:t/>
            </a:r>
            <a:endParaRPr b="0" i="0" sz="1600" u="none" cap="none" strike="noStrike">
              <a:solidFill>
                <a:srgbClr val="6666FF"/>
              </a:solidFill>
              <a:latin typeface="Arial"/>
              <a:ea typeface="Arial"/>
              <a:cs typeface="Arial"/>
              <a:sym typeface="Arial"/>
            </a:endParaRPr>
          </a:p>
        </p:txBody>
      </p:sp>
    </p:spTree>
  </p:cSld>
  <p:clrMapOvr>
    <a:masterClrMapping/>
  </p:clrMapOvr>
  <p:transition spd="slow">
    <p:push/>
  </p:transition>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3" name="Shape 1533"/>
        <p:cNvGrpSpPr/>
        <p:nvPr/>
      </p:nvGrpSpPr>
      <p:grpSpPr>
        <a:xfrm>
          <a:off x="0" y="0"/>
          <a:ext cx="0" cy="0"/>
          <a:chOff x="0" y="0"/>
          <a:chExt cx="0" cy="0"/>
        </a:xfrm>
      </p:grpSpPr>
      <p:sp>
        <p:nvSpPr>
          <p:cNvPr id="1534" name="Google Shape;1534;p120"/>
          <p:cNvSpPr/>
          <p:nvPr/>
        </p:nvSpPr>
        <p:spPr>
          <a:xfrm flipH="1">
            <a:off x="593725" y="60007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535" name="Google Shape;1535;p120"/>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536" name="Google Shape;1536;p120"/>
          <p:cNvGrpSpPr/>
          <p:nvPr/>
        </p:nvGrpSpPr>
        <p:grpSpPr>
          <a:xfrm>
            <a:off x="593725" y="238347"/>
            <a:ext cx="8550275" cy="361950"/>
            <a:chOff x="0" y="0"/>
            <a:chExt cx="8550524" cy="362139"/>
          </a:xfrm>
        </p:grpSpPr>
        <p:sp>
          <p:nvSpPr>
            <p:cNvPr id="1537" name="Google Shape;1537;p120"/>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538" name="Google Shape;1538;p120"/>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539" name="Google Shape;1539;p120"/>
          <p:cNvGrpSpPr/>
          <p:nvPr/>
        </p:nvGrpSpPr>
        <p:grpSpPr>
          <a:xfrm>
            <a:off x="0" y="600074"/>
            <a:ext cx="4362450" cy="539750"/>
            <a:chOff x="0" y="0"/>
            <a:chExt cx="3807075" cy="540000"/>
          </a:xfrm>
        </p:grpSpPr>
        <p:sp>
          <p:nvSpPr>
            <p:cNvPr id="1540" name="Google Shape;1540;p120"/>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3"/>
                </a:buClr>
                <a:buSzPts val="1800"/>
                <a:buFont typeface="Arial"/>
                <a:buNone/>
              </a:pPr>
              <a:r>
                <a:rPr b="1" i="0" lang="en" sz="1800" u="none">
                  <a:solidFill>
                    <a:schemeClr val="accent3"/>
                  </a:solidFill>
                  <a:latin typeface="Calibri"/>
                  <a:ea typeface="Calibri"/>
                  <a:cs typeface="Calibri"/>
                  <a:sym typeface="Calibri"/>
                </a:rPr>
                <a:t>Strings</a:t>
              </a:r>
              <a:endParaRPr/>
            </a:p>
          </p:txBody>
        </p:sp>
        <p:sp>
          <p:nvSpPr>
            <p:cNvPr id="1541" name="Google Shape;1541;p120"/>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542" name="Google Shape;1542;p120"/>
          <p:cNvSpPr/>
          <p:nvPr/>
        </p:nvSpPr>
        <p:spPr>
          <a:xfrm>
            <a:off x="1297305" y="1397000"/>
            <a:ext cx="7846695" cy="1812484"/>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JavaScript strings are used to </a:t>
            </a:r>
            <a:r>
              <a:rPr b="1" i="0" lang="en" sz="1600" u="none">
                <a:solidFill>
                  <a:srgbClr val="6666FF"/>
                </a:solidFill>
              </a:rPr>
              <a:t>represent</a:t>
            </a:r>
            <a:r>
              <a:rPr b="0" i="0" lang="en" sz="1600" u="none">
                <a:solidFill>
                  <a:srgbClr val="6666FF"/>
                </a:solidFill>
                <a:latin typeface="Arial"/>
                <a:ea typeface="Arial"/>
                <a:cs typeface="Arial"/>
                <a:sym typeface="Arial"/>
              </a:rPr>
              <a:t> </a:t>
            </a:r>
            <a:r>
              <a:rPr b="1" i="0" lang="en" sz="1600" u="none">
                <a:solidFill>
                  <a:srgbClr val="6666FF"/>
                </a:solidFill>
              </a:rPr>
              <a:t>text</a:t>
            </a:r>
            <a:r>
              <a:rPr b="0" i="0" lang="en" sz="1600" u="none">
                <a:solidFill>
                  <a:schemeClr val="dk1"/>
                </a:solidFill>
                <a:latin typeface="Arial"/>
                <a:ea typeface="Arial"/>
                <a:cs typeface="Arial"/>
                <a:sym typeface="Arial"/>
              </a:rPr>
              <a:t> and are enclosed in </a:t>
            </a:r>
            <a:r>
              <a:rPr b="1" i="0" lang="en" sz="1600" u="none">
                <a:solidFill>
                  <a:schemeClr val="dk1"/>
                </a:solidFill>
              </a:rPr>
              <a:t>single</a:t>
            </a:r>
            <a:r>
              <a:rPr b="0" i="0" lang="en" sz="1600" u="none">
                <a:solidFill>
                  <a:schemeClr val="dk1"/>
                </a:solidFill>
                <a:latin typeface="Arial"/>
                <a:ea typeface="Arial"/>
                <a:cs typeface="Arial"/>
                <a:sym typeface="Arial"/>
              </a:rPr>
              <a:t> or </a:t>
            </a:r>
            <a:r>
              <a:rPr b="1" i="0" lang="en" sz="1600" u="none">
                <a:solidFill>
                  <a:schemeClr val="dk1"/>
                </a:solidFill>
              </a:rPr>
              <a:t>double</a:t>
            </a:r>
            <a:r>
              <a:rPr b="0" i="0" lang="en" sz="1600" u="none">
                <a:solidFill>
                  <a:schemeClr val="dk1"/>
                </a:solidFill>
                <a:latin typeface="Arial"/>
                <a:ea typeface="Arial"/>
                <a:cs typeface="Arial"/>
                <a:sym typeface="Arial"/>
              </a:rPr>
              <a:t> quotes. </a:t>
            </a:r>
            <a:endParaRPr/>
          </a:p>
          <a:p>
            <a:pPr indent="0" lvl="0" marL="0" marR="0" rtl="0" algn="just">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Let’s Make our introduction in code.</a:t>
            </a:r>
            <a:endParaRPr/>
          </a:p>
          <a:p>
            <a:pPr indent="0" lvl="0" marL="0" marR="0" rtl="0" algn="just">
              <a:lnSpc>
                <a:spcPct val="150000"/>
              </a:lnSpc>
              <a:spcBef>
                <a:spcPts val="0"/>
              </a:spcBef>
              <a:spcAft>
                <a:spcPts val="0"/>
              </a:spcAft>
              <a:buClr>
                <a:schemeClr val="dk1"/>
              </a:buClr>
              <a:buSzPts val="1200"/>
              <a:buFont typeface="Arial"/>
              <a:buNone/>
            </a:pPr>
            <a:r>
              <a:t/>
            </a:r>
            <a:endParaRPr b="0" i="0" sz="1200" u="none">
              <a:solidFill>
                <a:schemeClr val="dk1"/>
              </a:solidFill>
              <a:latin typeface="Arial"/>
              <a:ea typeface="Arial"/>
              <a:cs typeface="Arial"/>
              <a:sym typeface="Arial"/>
            </a:endParaRPr>
          </a:p>
        </p:txBody>
      </p:sp>
    </p:spTree>
  </p:cSld>
  <p:clrMapOvr>
    <a:masterClrMapping/>
  </p:clrMapOvr>
  <p:transition spd="slow">
    <p:push/>
  </p:transition>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6" name="Shape 1546"/>
        <p:cNvGrpSpPr/>
        <p:nvPr/>
      </p:nvGrpSpPr>
      <p:grpSpPr>
        <a:xfrm>
          <a:off x="0" y="0"/>
          <a:ext cx="0" cy="0"/>
          <a:chOff x="0" y="0"/>
          <a:chExt cx="0" cy="0"/>
        </a:xfrm>
      </p:grpSpPr>
      <p:sp>
        <p:nvSpPr>
          <p:cNvPr id="1547" name="Google Shape;1547;p121"/>
          <p:cNvSpPr/>
          <p:nvPr/>
        </p:nvSpPr>
        <p:spPr>
          <a:xfrm flipH="1">
            <a:off x="593725" y="60007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548" name="Google Shape;1548;p121"/>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549" name="Google Shape;1549;p121"/>
          <p:cNvGrpSpPr/>
          <p:nvPr/>
        </p:nvGrpSpPr>
        <p:grpSpPr>
          <a:xfrm>
            <a:off x="593725" y="238347"/>
            <a:ext cx="8550275" cy="361950"/>
            <a:chOff x="0" y="0"/>
            <a:chExt cx="8550524" cy="362139"/>
          </a:xfrm>
        </p:grpSpPr>
        <p:sp>
          <p:nvSpPr>
            <p:cNvPr id="1550" name="Google Shape;1550;p121"/>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551" name="Google Shape;1551;p121"/>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552" name="Google Shape;1552;p121"/>
          <p:cNvGrpSpPr/>
          <p:nvPr/>
        </p:nvGrpSpPr>
        <p:grpSpPr>
          <a:xfrm>
            <a:off x="0" y="600074"/>
            <a:ext cx="4362450" cy="539750"/>
            <a:chOff x="0" y="0"/>
            <a:chExt cx="3807075" cy="540000"/>
          </a:xfrm>
        </p:grpSpPr>
        <p:sp>
          <p:nvSpPr>
            <p:cNvPr id="1553" name="Google Shape;1553;p121"/>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3"/>
                </a:buClr>
                <a:buSzPts val="1800"/>
                <a:buFont typeface="Arial"/>
                <a:buNone/>
              </a:pPr>
              <a:r>
                <a:rPr b="1" i="0" lang="en" sz="1800" u="none">
                  <a:solidFill>
                    <a:schemeClr val="accent3"/>
                  </a:solidFill>
                  <a:latin typeface="Calibri"/>
                  <a:ea typeface="Calibri"/>
                  <a:cs typeface="Calibri"/>
                  <a:sym typeface="Calibri"/>
                </a:rPr>
                <a:t>Strings Literals</a:t>
              </a:r>
              <a:endParaRPr/>
            </a:p>
          </p:txBody>
        </p:sp>
        <p:sp>
          <p:nvSpPr>
            <p:cNvPr id="1554" name="Google Shape;1554;p121"/>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555" name="Google Shape;1555;p121"/>
          <p:cNvSpPr/>
          <p:nvPr/>
        </p:nvSpPr>
        <p:spPr>
          <a:xfrm>
            <a:off x="1297305" y="1397000"/>
            <a:ext cx="7846695" cy="3001334"/>
          </a:xfrm>
          <a:prstGeom prst="rect">
            <a:avLst/>
          </a:prstGeom>
          <a:noFill/>
          <a:ln>
            <a:noFill/>
          </a:ln>
        </p:spPr>
        <p:txBody>
          <a:bodyPr anchorCtr="0" anchor="t" bIns="45700" lIns="91425" spcFirstLastPara="1" rIns="91425" wrap="square" tIns="45700">
            <a:noAutofit/>
          </a:bodyPr>
          <a:lstStyle/>
          <a:p>
            <a:pPr indent="0" lvl="1" marL="342900" marR="0" rtl="0" algn="just">
              <a:lnSpc>
                <a:spcPct val="150000"/>
              </a:lnSpc>
              <a:spcBef>
                <a:spcPts val="0"/>
              </a:spcBef>
              <a:spcAft>
                <a:spcPts val="0"/>
              </a:spcAft>
              <a:buClr>
                <a:schemeClr val="dk1"/>
              </a:buClr>
              <a:buSzPts val="1600"/>
              <a:buFont typeface="Arial"/>
              <a:buNone/>
            </a:pPr>
            <a:r>
              <a:rPr b="0" i="0" lang="en" sz="1600" u="none" cap="none" strike="noStrike">
                <a:solidFill>
                  <a:schemeClr val="dk1"/>
                </a:solidFill>
                <a:latin typeface="Arial"/>
                <a:ea typeface="Arial"/>
                <a:cs typeface="Arial"/>
                <a:sym typeface="Arial"/>
              </a:rPr>
              <a:t>It is just like the simple strings. The main benefits of using string literals is that they are easy to read and understand in the code. They also allow for easy string concatenation and interpolation.</a:t>
            </a:r>
            <a:endParaRPr/>
          </a:p>
          <a:p>
            <a:pPr indent="0" lvl="1" marL="342900" marR="0" rtl="0" algn="just">
              <a:lnSpc>
                <a:spcPct val="15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0" lvl="1" marL="342900" marR="0" rtl="0" algn="just">
              <a:lnSpc>
                <a:spcPct val="150000"/>
              </a:lnSpc>
              <a:spcBef>
                <a:spcPts val="0"/>
              </a:spcBef>
              <a:spcAft>
                <a:spcPts val="0"/>
              </a:spcAft>
              <a:buClr>
                <a:schemeClr val="dk1"/>
              </a:buClr>
              <a:buSzPts val="1600"/>
              <a:buFont typeface="Arial"/>
              <a:buNone/>
            </a:pPr>
            <a:r>
              <a:rPr b="0" i="0" lang="en" sz="1600" u="none" cap="none" strike="noStrike">
                <a:solidFill>
                  <a:schemeClr val="dk1"/>
                </a:solidFill>
                <a:latin typeface="Arial"/>
                <a:ea typeface="Arial"/>
                <a:cs typeface="Arial"/>
                <a:sym typeface="Arial"/>
              </a:rPr>
              <a:t>Example:</a:t>
            </a:r>
            <a:endParaRPr/>
          </a:p>
          <a:p>
            <a:pPr indent="0" lvl="1" marL="342900" marR="0" rtl="0" algn="just">
              <a:lnSpc>
                <a:spcPct val="150000"/>
              </a:lnSpc>
              <a:spcBef>
                <a:spcPts val="0"/>
              </a:spcBef>
              <a:spcAft>
                <a:spcPts val="0"/>
              </a:spcAft>
              <a:buClr>
                <a:srgbClr val="6666FF"/>
              </a:buClr>
              <a:buSzPts val="1600"/>
              <a:buFont typeface="Arial"/>
              <a:buNone/>
            </a:pPr>
            <a:r>
              <a:rPr b="0" i="0" lang="en" sz="1600" u="none" cap="none" strike="noStrike">
                <a:solidFill>
                  <a:srgbClr val="6666FF"/>
                </a:solidFill>
                <a:latin typeface="Arial"/>
                <a:ea typeface="Arial"/>
                <a:cs typeface="Arial"/>
                <a:sym typeface="Arial"/>
              </a:rPr>
              <a:t>let age = 22;</a:t>
            </a:r>
            <a:endParaRPr/>
          </a:p>
          <a:p>
            <a:pPr indent="0" lvl="1" marL="342900" marR="0" rtl="0" algn="just">
              <a:lnSpc>
                <a:spcPct val="150000"/>
              </a:lnSpc>
              <a:spcBef>
                <a:spcPts val="0"/>
              </a:spcBef>
              <a:spcAft>
                <a:spcPts val="0"/>
              </a:spcAft>
              <a:buClr>
                <a:srgbClr val="6666FF"/>
              </a:buClr>
              <a:buSzPts val="1600"/>
              <a:buFont typeface="Arial"/>
              <a:buNone/>
            </a:pPr>
            <a:r>
              <a:rPr b="0" i="0" lang="en" sz="1600" u="none" cap="none" strike="noStrike">
                <a:solidFill>
                  <a:srgbClr val="6666FF"/>
                </a:solidFill>
                <a:latin typeface="Arial"/>
                <a:ea typeface="Arial"/>
                <a:cs typeface="Arial"/>
                <a:sym typeface="Arial"/>
              </a:rPr>
              <a:t>let intro = `Talha age is ${age}`</a:t>
            </a:r>
            <a:endParaRPr/>
          </a:p>
          <a:p>
            <a:pPr indent="0" lvl="1" marL="342900" marR="0" rtl="0" algn="just">
              <a:lnSpc>
                <a:spcPct val="15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p:txBody>
      </p:sp>
    </p:spTree>
  </p:cSld>
  <p:clrMapOvr>
    <a:masterClrMapping/>
  </p:clrMapOvr>
  <p:transition spd="slow">
    <p:push/>
  </p:transition>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9" name="Shape 1559"/>
        <p:cNvGrpSpPr/>
        <p:nvPr/>
      </p:nvGrpSpPr>
      <p:grpSpPr>
        <a:xfrm>
          <a:off x="0" y="0"/>
          <a:ext cx="0" cy="0"/>
          <a:chOff x="0" y="0"/>
          <a:chExt cx="0" cy="0"/>
        </a:xfrm>
      </p:grpSpPr>
      <p:sp>
        <p:nvSpPr>
          <p:cNvPr id="1560" name="Google Shape;1560;p122"/>
          <p:cNvSpPr/>
          <p:nvPr/>
        </p:nvSpPr>
        <p:spPr>
          <a:xfrm flipH="1">
            <a:off x="593725" y="60007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561" name="Google Shape;1561;p122"/>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562" name="Google Shape;1562;p122"/>
          <p:cNvGrpSpPr/>
          <p:nvPr/>
        </p:nvGrpSpPr>
        <p:grpSpPr>
          <a:xfrm>
            <a:off x="593725" y="238347"/>
            <a:ext cx="8550275" cy="361950"/>
            <a:chOff x="0" y="0"/>
            <a:chExt cx="8550524" cy="362139"/>
          </a:xfrm>
        </p:grpSpPr>
        <p:sp>
          <p:nvSpPr>
            <p:cNvPr id="1563" name="Google Shape;1563;p122"/>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564" name="Google Shape;1564;p122"/>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565" name="Google Shape;1565;p122"/>
          <p:cNvGrpSpPr/>
          <p:nvPr/>
        </p:nvGrpSpPr>
        <p:grpSpPr>
          <a:xfrm>
            <a:off x="0" y="600074"/>
            <a:ext cx="3806825" cy="539750"/>
            <a:chOff x="0" y="0"/>
            <a:chExt cx="3807075" cy="540000"/>
          </a:xfrm>
        </p:grpSpPr>
        <p:sp>
          <p:nvSpPr>
            <p:cNvPr id="1566" name="Google Shape;1566;p122"/>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3"/>
                </a:buClr>
                <a:buSzPts val="1800"/>
                <a:buFont typeface="Arial"/>
                <a:buNone/>
              </a:pPr>
              <a:r>
                <a:rPr b="1" i="0" lang="en" sz="1800" u="none">
                  <a:solidFill>
                    <a:schemeClr val="accent3"/>
                  </a:solidFill>
                  <a:latin typeface="Calibri"/>
                  <a:ea typeface="Calibri"/>
                  <a:cs typeface="Calibri"/>
                  <a:sym typeface="Calibri"/>
                </a:rPr>
                <a:t>History of JS</a:t>
              </a:r>
              <a:endParaRPr/>
            </a:p>
          </p:txBody>
        </p:sp>
        <p:sp>
          <p:nvSpPr>
            <p:cNvPr id="1567" name="Google Shape;1567;p122"/>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pic>
        <p:nvPicPr>
          <p:cNvPr id="1568" name="Google Shape;1568;p122"/>
          <p:cNvPicPr preferRelativeResize="0"/>
          <p:nvPr/>
        </p:nvPicPr>
        <p:blipFill rotWithShape="1">
          <a:blip r:embed="rId3">
            <a:alphaModFix/>
          </a:blip>
          <a:srcRect b="0" l="0" r="0" t="0"/>
          <a:stretch/>
        </p:blipFill>
        <p:spPr>
          <a:xfrm>
            <a:off x="1090827" y="1346199"/>
            <a:ext cx="7728254" cy="3746500"/>
          </a:xfrm>
          <a:prstGeom prst="rect">
            <a:avLst/>
          </a:prstGeom>
          <a:noFill/>
          <a:ln>
            <a:noFill/>
          </a:ln>
        </p:spPr>
      </p:pic>
    </p:spTree>
  </p:cSld>
  <p:clrMapOvr>
    <a:masterClrMapping/>
  </p:clrMapOvr>
  <p:transition spd="slow">
    <p:push/>
  </p:transition>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2" name="Shape 1572"/>
        <p:cNvGrpSpPr/>
        <p:nvPr/>
      </p:nvGrpSpPr>
      <p:grpSpPr>
        <a:xfrm>
          <a:off x="0" y="0"/>
          <a:ext cx="0" cy="0"/>
          <a:chOff x="0" y="0"/>
          <a:chExt cx="0" cy="0"/>
        </a:xfrm>
      </p:grpSpPr>
      <p:sp>
        <p:nvSpPr>
          <p:cNvPr id="1573" name="Google Shape;1573;p123"/>
          <p:cNvSpPr/>
          <p:nvPr/>
        </p:nvSpPr>
        <p:spPr>
          <a:xfrm flipH="1">
            <a:off x="593725" y="60007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574" name="Google Shape;1574;p123"/>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575" name="Google Shape;1575;p123"/>
          <p:cNvGrpSpPr/>
          <p:nvPr/>
        </p:nvGrpSpPr>
        <p:grpSpPr>
          <a:xfrm>
            <a:off x="593725" y="238347"/>
            <a:ext cx="8550275" cy="361950"/>
            <a:chOff x="0" y="0"/>
            <a:chExt cx="8550524" cy="362139"/>
          </a:xfrm>
        </p:grpSpPr>
        <p:sp>
          <p:nvSpPr>
            <p:cNvPr id="1576" name="Google Shape;1576;p123"/>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577" name="Google Shape;1577;p123"/>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578" name="Google Shape;1578;p123"/>
          <p:cNvGrpSpPr/>
          <p:nvPr/>
        </p:nvGrpSpPr>
        <p:grpSpPr>
          <a:xfrm>
            <a:off x="0" y="600074"/>
            <a:ext cx="3806825" cy="539750"/>
            <a:chOff x="0" y="0"/>
            <a:chExt cx="3807075" cy="540000"/>
          </a:xfrm>
        </p:grpSpPr>
        <p:sp>
          <p:nvSpPr>
            <p:cNvPr id="1579" name="Google Shape;1579;p123"/>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3"/>
                </a:buClr>
                <a:buSzPts val="1800"/>
                <a:buFont typeface="Arial"/>
                <a:buNone/>
              </a:pPr>
              <a:r>
                <a:rPr b="1" i="0" lang="en" sz="1800" u="none">
                  <a:solidFill>
                    <a:schemeClr val="accent3"/>
                  </a:solidFill>
                  <a:latin typeface="Calibri"/>
                  <a:ea typeface="Calibri"/>
                  <a:cs typeface="Calibri"/>
                  <a:sym typeface="Calibri"/>
                </a:rPr>
                <a:t>	Conditional</a:t>
              </a:r>
              <a:endParaRPr/>
            </a:p>
          </p:txBody>
        </p:sp>
        <p:sp>
          <p:nvSpPr>
            <p:cNvPr id="1580" name="Google Shape;1580;p123"/>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581" name="Google Shape;1581;p123"/>
          <p:cNvSpPr/>
          <p:nvPr/>
        </p:nvSpPr>
        <p:spPr>
          <a:xfrm>
            <a:off x="953714" y="1273250"/>
            <a:ext cx="7846695" cy="3739998"/>
          </a:xfrm>
          <a:prstGeom prst="rect">
            <a:avLst/>
          </a:prstGeom>
          <a:noFill/>
          <a:ln>
            <a:noFill/>
          </a:ln>
        </p:spPr>
        <p:txBody>
          <a:bodyPr anchorCtr="0" anchor="t" bIns="45700" lIns="91425" spcFirstLastPara="1" rIns="91425" wrap="square" tIns="45700">
            <a:noAutofit/>
          </a:bodyPr>
          <a:lstStyle/>
          <a:p>
            <a:pPr indent="-285750" lvl="1" marL="6286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Conditional statements are used to make decisions in JavaScript.</a:t>
            </a:r>
            <a:endParaRPr/>
          </a:p>
          <a:p>
            <a:pPr indent="-285750" lvl="1" marL="6286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The most common is “if-else” statement.</a:t>
            </a:r>
            <a:endParaRPr/>
          </a:p>
          <a:p>
            <a:pPr indent="-184150" lvl="1" marL="628650" marR="0" rtl="0" algn="just">
              <a:lnSpc>
                <a:spcPct val="15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285750" lvl="1" marL="6286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The if statement is used to execute a block of code if a certain condition is met. The else statement is used to execute a block of code if the condition is not met.</a:t>
            </a:r>
            <a:endParaRPr/>
          </a:p>
          <a:p>
            <a:pPr indent="-285750" lvl="1" marL="6286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The condition is a Boolean expression that can be evaluated to true or false. It can be a comparison operator, logical operator, or a function that returns a Boolean value.</a:t>
            </a:r>
            <a:endParaRPr/>
          </a:p>
          <a:p>
            <a:pPr indent="0" lvl="1" marL="342900" marR="0" rtl="0" algn="just">
              <a:lnSpc>
                <a:spcPct val="15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p:txBody>
      </p:sp>
    </p:spTree>
  </p:cSld>
  <p:clrMapOvr>
    <a:masterClrMapping/>
  </p:clrMapOvr>
  <p:transition spd="slow">
    <p:push/>
  </p:transition>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5" name="Shape 1585"/>
        <p:cNvGrpSpPr/>
        <p:nvPr/>
      </p:nvGrpSpPr>
      <p:grpSpPr>
        <a:xfrm>
          <a:off x="0" y="0"/>
          <a:ext cx="0" cy="0"/>
          <a:chOff x="0" y="0"/>
          <a:chExt cx="0" cy="0"/>
        </a:xfrm>
      </p:grpSpPr>
      <p:sp>
        <p:nvSpPr>
          <p:cNvPr id="1586" name="Google Shape;1586;p124"/>
          <p:cNvSpPr/>
          <p:nvPr/>
        </p:nvSpPr>
        <p:spPr>
          <a:xfrm flipH="1">
            <a:off x="593725" y="60007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587" name="Google Shape;1587;p124"/>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588" name="Google Shape;1588;p124"/>
          <p:cNvGrpSpPr/>
          <p:nvPr/>
        </p:nvGrpSpPr>
        <p:grpSpPr>
          <a:xfrm>
            <a:off x="593725" y="238347"/>
            <a:ext cx="8550275" cy="361950"/>
            <a:chOff x="0" y="0"/>
            <a:chExt cx="8550524" cy="362139"/>
          </a:xfrm>
        </p:grpSpPr>
        <p:sp>
          <p:nvSpPr>
            <p:cNvPr id="1589" name="Google Shape;1589;p124"/>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590" name="Google Shape;1590;p124"/>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591" name="Google Shape;1591;p124"/>
          <p:cNvGrpSpPr/>
          <p:nvPr/>
        </p:nvGrpSpPr>
        <p:grpSpPr>
          <a:xfrm>
            <a:off x="0" y="600074"/>
            <a:ext cx="3806825" cy="539750"/>
            <a:chOff x="0" y="0"/>
            <a:chExt cx="3807075" cy="540000"/>
          </a:xfrm>
        </p:grpSpPr>
        <p:sp>
          <p:nvSpPr>
            <p:cNvPr id="1592" name="Google Shape;1592;p124"/>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3"/>
                </a:buClr>
                <a:buSzPts val="1800"/>
                <a:buFont typeface="Arial"/>
                <a:buNone/>
              </a:pPr>
              <a:r>
                <a:rPr b="1" i="0" lang="en" sz="1800" u="none">
                  <a:solidFill>
                    <a:schemeClr val="accent3"/>
                  </a:solidFill>
                  <a:latin typeface="Calibri"/>
                  <a:ea typeface="Calibri"/>
                  <a:cs typeface="Calibri"/>
                  <a:sym typeface="Calibri"/>
                </a:rPr>
                <a:t>	Conditional</a:t>
              </a:r>
              <a:endParaRPr/>
            </a:p>
          </p:txBody>
        </p:sp>
        <p:sp>
          <p:nvSpPr>
            <p:cNvPr id="1593" name="Google Shape;1593;p124"/>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pic>
        <p:nvPicPr>
          <p:cNvPr id="1594" name="Google Shape;1594;p124"/>
          <p:cNvPicPr preferRelativeResize="0"/>
          <p:nvPr/>
        </p:nvPicPr>
        <p:blipFill rotWithShape="1">
          <a:blip r:embed="rId3">
            <a:alphaModFix/>
          </a:blip>
          <a:srcRect b="0" l="0" r="0" t="0"/>
          <a:stretch/>
        </p:blipFill>
        <p:spPr>
          <a:xfrm>
            <a:off x="1298656" y="1746630"/>
            <a:ext cx="7541215" cy="2304260"/>
          </a:xfrm>
          <a:prstGeom prst="rect">
            <a:avLst/>
          </a:prstGeom>
          <a:noFill/>
          <a:ln>
            <a:noFill/>
          </a:ln>
        </p:spPr>
      </p:pic>
    </p:spTree>
  </p:cSld>
  <p:clrMapOvr>
    <a:masterClrMapping/>
  </p:clrMapOvr>
  <p:transition spd="slow">
    <p:push/>
  </p:transition>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8" name="Shape 1598"/>
        <p:cNvGrpSpPr/>
        <p:nvPr/>
      </p:nvGrpSpPr>
      <p:grpSpPr>
        <a:xfrm>
          <a:off x="0" y="0"/>
          <a:ext cx="0" cy="0"/>
          <a:chOff x="0" y="0"/>
          <a:chExt cx="0" cy="0"/>
        </a:xfrm>
      </p:grpSpPr>
      <p:sp>
        <p:nvSpPr>
          <p:cNvPr id="1599" name="Google Shape;1599;p125"/>
          <p:cNvSpPr/>
          <p:nvPr/>
        </p:nvSpPr>
        <p:spPr>
          <a:xfrm flipH="1">
            <a:off x="593725" y="60007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600" name="Google Shape;1600;p125"/>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601" name="Google Shape;1601;p125"/>
          <p:cNvGrpSpPr/>
          <p:nvPr/>
        </p:nvGrpSpPr>
        <p:grpSpPr>
          <a:xfrm>
            <a:off x="593725" y="238347"/>
            <a:ext cx="8550275" cy="361950"/>
            <a:chOff x="0" y="0"/>
            <a:chExt cx="8550524" cy="362139"/>
          </a:xfrm>
        </p:grpSpPr>
        <p:sp>
          <p:nvSpPr>
            <p:cNvPr id="1602" name="Google Shape;1602;p125"/>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603" name="Google Shape;1603;p125"/>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604" name="Google Shape;1604;p125"/>
          <p:cNvGrpSpPr/>
          <p:nvPr/>
        </p:nvGrpSpPr>
        <p:grpSpPr>
          <a:xfrm>
            <a:off x="0" y="600074"/>
            <a:ext cx="3806825" cy="539750"/>
            <a:chOff x="0" y="0"/>
            <a:chExt cx="3807075" cy="540000"/>
          </a:xfrm>
        </p:grpSpPr>
        <p:sp>
          <p:nvSpPr>
            <p:cNvPr id="1605" name="Google Shape;1605;p125"/>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3"/>
                </a:buClr>
                <a:buSzPts val="1800"/>
                <a:buFont typeface="Arial"/>
                <a:buNone/>
              </a:pPr>
              <a:r>
                <a:rPr b="1" i="0" lang="en" sz="1800" u="none">
                  <a:solidFill>
                    <a:schemeClr val="accent3"/>
                  </a:solidFill>
                  <a:latin typeface="Calibri"/>
                  <a:ea typeface="Calibri"/>
                  <a:cs typeface="Calibri"/>
                  <a:sym typeface="Calibri"/>
                </a:rPr>
                <a:t>	Logical Operators</a:t>
              </a:r>
              <a:endParaRPr/>
            </a:p>
          </p:txBody>
        </p:sp>
        <p:sp>
          <p:nvSpPr>
            <p:cNvPr id="1606" name="Google Shape;1606;p125"/>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607" name="Google Shape;1607;p125"/>
          <p:cNvSpPr/>
          <p:nvPr/>
        </p:nvSpPr>
        <p:spPr>
          <a:xfrm>
            <a:off x="1297305" y="1397000"/>
            <a:ext cx="7846695" cy="3001334"/>
          </a:xfrm>
          <a:prstGeom prst="rect">
            <a:avLst/>
          </a:prstGeom>
          <a:noFill/>
          <a:ln>
            <a:noFill/>
          </a:ln>
        </p:spPr>
        <p:txBody>
          <a:bodyPr anchorCtr="0" anchor="t" bIns="45700" lIns="91425" spcFirstLastPara="1" rIns="91425" wrap="square" tIns="45700">
            <a:noAutofit/>
          </a:bodyPr>
          <a:lstStyle/>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There can be multiple conditions in if else block.</a:t>
            </a:r>
            <a:endParaRPr/>
          </a:p>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We have to use nested if-else conditions to meet that objectives.</a:t>
            </a:r>
            <a:endParaRPr/>
          </a:p>
          <a:p>
            <a:pPr indent="-184150" lvl="0" marL="285750" marR="0" rtl="0" algn="just">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The second thing that we can do is to use logical operators.</a:t>
            </a:r>
            <a:endParaRPr/>
          </a:p>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There are mainly three logical operators.</a:t>
            </a:r>
            <a:endParaRPr/>
          </a:p>
          <a:p>
            <a:pPr indent="-285750" lvl="0" marL="285750" marR="0" rtl="0" algn="just">
              <a:lnSpc>
                <a:spcPct val="150000"/>
              </a:lnSpc>
              <a:spcBef>
                <a:spcPts val="0"/>
              </a:spcBef>
              <a:spcAft>
                <a:spcPts val="0"/>
              </a:spcAft>
              <a:buClr>
                <a:srgbClr val="6666FF"/>
              </a:buClr>
              <a:buSzPts val="1600"/>
              <a:buFont typeface="Arial"/>
              <a:buChar char="•"/>
            </a:pPr>
            <a:r>
              <a:rPr b="0" i="0" lang="en" sz="1600" u="none">
                <a:solidFill>
                  <a:srgbClr val="6666FF"/>
                </a:solidFill>
                <a:latin typeface="Arial"/>
                <a:ea typeface="Arial"/>
                <a:cs typeface="Arial"/>
                <a:sym typeface="Arial"/>
              </a:rPr>
              <a:t>&amp;&amp;   -   And Operator</a:t>
            </a:r>
            <a:endParaRPr/>
          </a:p>
          <a:p>
            <a:pPr indent="-285750" lvl="0" marL="285750" marR="0" rtl="0" algn="just">
              <a:lnSpc>
                <a:spcPct val="150000"/>
              </a:lnSpc>
              <a:spcBef>
                <a:spcPts val="0"/>
              </a:spcBef>
              <a:spcAft>
                <a:spcPts val="0"/>
              </a:spcAft>
              <a:buClr>
                <a:srgbClr val="6666FF"/>
              </a:buClr>
              <a:buSzPts val="1600"/>
              <a:buFont typeface="Arial"/>
              <a:buChar char="•"/>
            </a:pPr>
            <a:r>
              <a:rPr b="0" i="0" lang="en" sz="1600" u="none">
                <a:solidFill>
                  <a:srgbClr val="6666FF"/>
                </a:solidFill>
                <a:latin typeface="Arial"/>
                <a:ea typeface="Arial"/>
                <a:cs typeface="Arial"/>
                <a:sym typeface="Arial"/>
              </a:rPr>
              <a:t>| |     -  Or Operator</a:t>
            </a:r>
            <a:endParaRPr/>
          </a:p>
          <a:p>
            <a:pPr indent="-285750" lvl="0" marL="285750" marR="0" rtl="0" algn="just">
              <a:lnSpc>
                <a:spcPct val="150000"/>
              </a:lnSpc>
              <a:spcBef>
                <a:spcPts val="0"/>
              </a:spcBef>
              <a:spcAft>
                <a:spcPts val="0"/>
              </a:spcAft>
              <a:buClr>
                <a:srgbClr val="6666FF"/>
              </a:buClr>
              <a:buSzPts val="1600"/>
              <a:buFont typeface="Arial"/>
              <a:buChar char="•"/>
            </a:pPr>
            <a:r>
              <a:rPr b="0" i="0" lang="en" sz="1600" u="none">
                <a:solidFill>
                  <a:srgbClr val="6666FF"/>
                </a:solidFill>
                <a:latin typeface="Arial"/>
                <a:ea typeface="Arial"/>
                <a:cs typeface="Arial"/>
                <a:sym typeface="Arial"/>
              </a:rPr>
              <a:t>!       -  Not Operator</a:t>
            </a:r>
            <a:endParaRPr/>
          </a:p>
        </p:txBody>
      </p:sp>
    </p:spTree>
  </p:cSld>
  <p:clrMapOvr>
    <a:masterClrMapping/>
  </p:clrMapOvr>
  <p:transition spd="slow">
    <p:push/>
  </p:transition>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1" name="Shape 1611"/>
        <p:cNvGrpSpPr/>
        <p:nvPr/>
      </p:nvGrpSpPr>
      <p:grpSpPr>
        <a:xfrm>
          <a:off x="0" y="0"/>
          <a:ext cx="0" cy="0"/>
          <a:chOff x="0" y="0"/>
          <a:chExt cx="0" cy="0"/>
        </a:xfrm>
      </p:grpSpPr>
      <p:sp>
        <p:nvSpPr>
          <p:cNvPr id="1612" name="Google Shape;1612;p126"/>
          <p:cNvSpPr/>
          <p:nvPr/>
        </p:nvSpPr>
        <p:spPr>
          <a:xfrm flipH="1">
            <a:off x="593725" y="60007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613" name="Google Shape;1613;p126"/>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614" name="Google Shape;1614;p126"/>
          <p:cNvGrpSpPr/>
          <p:nvPr/>
        </p:nvGrpSpPr>
        <p:grpSpPr>
          <a:xfrm>
            <a:off x="593725" y="238347"/>
            <a:ext cx="8550275" cy="361950"/>
            <a:chOff x="0" y="0"/>
            <a:chExt cx="8550524" cy="362139"/>
          </a:xfrm>
        </p:grpSpPr>
        <p:sp>
          <p:nvSpPr>
            <p:cNvPr id="1615" name="Google Shape;1615;p126"/>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616" name="Google Shape;1616;p126"/>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617" name="Google Shape;1617;p126"/>
          <p:cNvGrpSpPr/>
          <p:nvPr/>
        </p:nvGrpSpPr>
        <p:grpSpPr>
          <a:xfrm>
            <a:off x="0" y="600074"/>
            <a:ext cx="3806825" cy="539750"/>
            <a:chOff x="0" y="0"/>
            <a:chExt cx="3807075" cy="540000"/>
          </a:xfrm>
        </p:grpSpPr>
        <p:sp>
          <p:nvSpPr>
            <p:cNvPr id="1618" name="Google Shape;1618;p126"/>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3"/>
                </a:buClr>
                <a:buSzPts val="1800"/>
                <a:buFont typeface="Arial"/>
                <a:buNone/>
              </a:pPr>
              <a:r>
                <a:rPr b="1" i="0" lang="en" sz="1800" u="none">
                  <a:solidFill>
                    <a:schemeClr val="accent3"/>
                  </a:solidFill>
                  <a:latin typeface="Calibri"/>
                  <a:ea typeface="Calibri"/>
                  <a:cs typeface="Calibri"/>
                  <a:sym typeface="Calibri"/>
                </a:rPr>
                <a:t>History of JS</a:t>
              </a:r>
              <a:endParaRPr/>
            </a:p>
          </p:txBody>
        </p:sp>
        <p:sp>
          <p:nvSpPr>
            <p:cNvPr id="1619" name="Google Shape;1619;p126"/>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620" name="Google Shape;1620;p126"/>
          <p:cNvSpPr/>
          <p:nvPr/>
        </p:nvSpPr>
        <p:spPr>
          <a:xfrm>
            <a:off x="1125509" y="2307450"/>
            <a:ext cx="7846695" cy="1131848"/>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Clr>
                <a:srgbClr val="6666FF"/>
              </a:buClr>
              <a:buSzPts val="2400"/>
              <a:buFont typeface="Arial"/>
              <a:buNone/>
            </a:pPr>
            <a:r>
              <a:rPr b="0" i="0" lang="en" sz="2400" u="none">
                <a:solidFill>
                  <a:srgbClr val="6666FF"/>
                </a:solidFill>
                <a:latin typeface="Arial"/>
                <a:ea typeface="Arial"/>
                <a:cs typeface="Arial"/>
                <a:sym typeface="Arial"/>
              </a:rPr>
              <a:t>From Now, We are going to </a:t>
            </a:r>
            <a:endParaRPr/>
          </a:p>
          <a:p>
            <a:pPr indent="0" lvl="0" marL="0" marR="0" rtl="0" algn="ctr">
              <a:lnSpc>
                <a:spcPct val="150000"/>
              </a:lnSpc>
              <a:spcBef>
                <a:spcPts val="0"/>
              </a:spcBef>
              <a:spcAft>
                <a:spcPts val="0"/>
              </a:spcAft>
              <a:buClr>
                <a:srgbClr val="6666FF"/>
              </a:buClr>
              <a:buSzPts val="2400"/>
              <a:buFont typeface="Arial"/>
              <a:buNone/>
            </a:pPr>
            <a:r>
              <a:rPr b="0" i="0" lang="en" sz="2400" u="none">
                <a:solidFill>
                  <a:srgbClr val="6666FF"/>
                </a:solidFill>
                <a:latin typeface="Arial"/>
                <a:ea typeface="Arial"/>
                <a:cs typeface="Arial"/>
                <a:sym typeface="Arial"/>
              </a:rPr>
              <a:t>learn </a:t>
            </a:r>
            <a:r>
              <a:rPr lang="en" sz="2400">
                <a:solidFill>
                  <a:srgbClr val="6666FF"/>
                </a:solidFill>
              </a:rPr>
              <a:t>advanced</a:t>
            </a:r>
            <a:r>
              <a:rPr b="0" i="0" lang="en" sz="2400" u="none">
                <a:solidFill>
                  <a:srgbClr val="6666FF"/>
                </a:solidFill>
                <a:latin typeface="Arial"/>
                <a:ea typeface="Arial"/>
                <a:cs typeface="Arial"/>
                <a:sym typeface="Arial"/>
              </a:rPr>
              <a:t> JavaScript.</a:t>
            </a:r>
            <a:endParaRPr/>
          </a:p>
        </p:txBody>
      </p:sp>
    </p:spTree>
  </p:cSld>
  <p:clrMapOvr>
    <a:masterClrMapping/>
  </p:clrMapOvr>
  <p:transition spd="slow">
    <p:push/>
  </p:transition>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4" name="Shape 1624"/>
        <p:cNvGrpSpPr/>
        <p:nvPr/>
      </p:nvGrpSpPr>
      <p:grpSpPr>
        <a:xfrm>
          <a:off x="0" y="0"/>
          <a:ext cx="0" cy="0"/>
          <a:chOff x="0" y="0"/>
          <a:chExt cx="0" cy="0"/>
        </a:xfrm>
      </p:grpSpPr>
      <p:sp>
        <p:nvSpPr>
          <p:cNvPr id="1625" name="Google Shape;1625;p127"/>
          <p:cNvSpPr/>
          <p:nvPr/>
        </p:nvSpPr>
        <p:spPr>
          <a:xfrm flipH="1">
            <a:off x="593788" y="600074"/>
            <a:ext cx="360300" cy="45465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626" name="Google Shape;1626;p127"/>
          <p:cNvSpPr/>
          <p:nvPr/>
        </p:nvSpPr>
        <p:spPr>
          <a:xfrm flipH="1" rot="10800000">
            <a:off x="3267075" y="-3926"/>
            <a:ext cx="539700" cy="597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627" name="Google Shape;1627;p127"/>
          <p:cNvGrpSpPr/>
          <p:nvPr/>
        </p:nvGrpSpPr>
        <p:grpSpPr>
          <a:xfrm>
            <a:off x="593725" y="238347"/>
            <a:ext cx="8550524" cy="362033"/>
            <a:chOff x="0" y="0"/>
            <a:chExt cx="8550524" cy="362214"/>
          </a:xfrm>
        </p:grpSpPr>
        <p:sp>
          <p:nvSpPr>
            <p:cNvPr id="1628" name="Google Shape;1628;p127"/>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629" name="Google Shape;1629;p127"/>
            <p:cNvSpPr/>
            <p:nvPr/>
          </p:nvSpPr>
          <p:spPr>
            <a:xfrm flipH="1">
              <a:off x="359924" y="714"/>
              <a:ext cx="8190600" cy="3615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630" name="Google Shape;1630;p127"/>
          <p:cNvGrpSpPr/>
          <p:nvPr/>
        </p:nvGrpSpPr>
        <p:grpSpPr>
          <a:xfrm>
            <a:off x="75" y="600074"/>
            <a:ext cx="3806619" cy="539730"/>
            <a:chOff x="75" y="0"/>
            <a:chExt cx="3807000" cy="540000"/>
          </a:xfrm>
        </p:grpSpPr>
        <p:sp>
          <p:nvSpPr>
            <p:cNvPr id="1631" name="Google Shape;1631;p127"/>
            <p:cNvSpPr/>
            <p:nvPr/>
          </p:nvSpPr>
          <p:spPr>
            <a:xfrm flipH="1">
              <a:off x="75" y="0"/>
              <a:ext cx="3267000"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3"/>
                </a:buClr>
                <a:buSzPts val="1800"/>
                <a:buFont typeface="Arial"/>
                <a:buNone/>
              </a:pPr>
              <a:r>
                <a:rPr b="1" i="0" lang="en" sz="1800" u="none">
                  <a:solidFill>
                    <a:schemeClr val="accent3"/>
                  </a:solidFill>
                  <a:latin typeface="Calibri"/>
                  <a:ea typeface="Calibri"/>
                  <a:cs typeface="Calibri"/>
                  <a:sym typeface="Calibri"/>
                </a:rPr>
                <a:t>Repetition</a:t>
              </a:r>
              <a:endParaRPr/>
            </a:p>
          </p:txBody>
        </p:sp>
        <p:sp>
          <p:nvSpPr>
            <p:cNvPr id="1632" name="Google Shape;1632;p127"/>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633" name="Google Shape;1633;p127"/>
          <p:cNvSpPr/>
          <p:nvPr/>
        </p:nvSpPr>
        <p:spPr>
          <a:xfrm>
            <a:off x="1297305" y="1397000"/>
            <a:ext cx="7846800" cy="289020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JavaScript provides several ways to repeat a block of code multiple times</a:t>
            </a:r>
            <a:endParaRPr/>
          </a:p>
          <a:p>
            <a:pPr indent="-355600" lvl="0" marL="457200" marR="0" rtl="0" algn="just">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457200" lvl="0" marL="457200" marR="0" rtl="0" algn="just">
              <a:lnSpc>
                <a:spcPct val="150000"/>
              </a:lnSpc>
              <a:spcBef>
                <a:spcPts val="0"/>
              </a:spcBef>
              <a:spcAft>
                <a:spcPts val="0"/>
              </a:spcAft>
              <a:buClr>
                <a:srgbClr val="6666FF"/>
              </a:buClr>
              <a:buSzPts val="1600"/>
              <a:buFont typeface="Arial"/>
              <a:buChar char="•"/>
            </a:pPr>
            <a:r>
              <a:rPr b="1" i="0" lang="en" sz="1600" u="none">
                <a:solidFill>
                  <a:srgbClr val="6666FF"/>
                </a:solidFill>
                <a:latin typeface="Arial"/>
                <a:ea typeface="Arial"/>
                <a:cs typeface="Arial"/>
                <a:sym typeface="Arial"/>
              </a:rPr>
              <a:t>For loop</a:t>
            </a:r>
            <a:r>
              <a:rPr b="0" i="0" lang="en" sz="1600" u="none">
                <a:solidFill>
                  <a:srgbClr val="6666FF"/>
                </a:solidFill>
                <a:latin typeface="Arial"/>
                <a:ea typeface="Arial"/>
                <a:cs typeface="Arial"/>
                <a:sym typeface="Arial"/>
              </a:rPr>
              <a:t>: </a:t>
            </a:r>
            <a:r>
              <a:rPr b="0" i="0" lang="en" sz="1600" u="none">
                <a:solidFill>
                  <a:schemeClr val="dk1"/>
                </a:solidFill>
                <a:latin typeface="Arial"/>
                <a:ea typeface="Arial"/>
                <a:cs typeface="Arial"/>
                <a:sym typeface="Arial"/>
              </a:rPr>
              <a:t>The for loop is used to execute a block of code a specified number of times. It typically consists of three parts: </a:t>
            </a:r>
            <a:endParaRPr/>
          </a:p>
          <a:p>
            <a:pPr indent="-457200" lvl="1" marL="80010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Initialization statement </a:t>
            </a:r>
            <a:endParaRPr/>
          </a:p>
          <a:p>
            <a:pPr indent="-457200" lvl="1" marL="80010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Condition</a:t>
            </a:r>
            <a:endParaRPr/>
          </a:p>
          <a:p>
            <a:pPr indent="-457200" lvl="1" marL="80010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Increment/decrement statement. </a:t>
            </a:r>
            <a:endParaRPr/>
          </a:p>
          <a:p>
            <a:pPr indent="-390525" lvl="0" marL="457200" marR="0" rtl="0" algn="just">
              <a:lnSpc>
                <a:spcPct val="150000"/>
              </a:lnSpc>
              <a:spcBef>
                <a:spcPts val="0"/>
              </a:spcBef>
              <a:spcAft>
                <a:spcPts val="0"/>
              </a:spcAft>
              <a:buClr>
                <a:schemeClr val="dk1"/>
              </a:buClr>
              <a:buSzPts val="1050"/>
              <a:buFont typeface="Arial"/>
              <a:buNone/>
            </a:pPr>
            <a:r>
              <a:t/>
            </a:r>
            <a:endParaRPr b="0" i="0" sz="1050" u="none">
              <a:solidFill>
                <a:schemeClr val="dk1"/>
              </a:solidFill>
              <a:latin typeface="Arial"/>
              <a:ea typeface="Arial"/>
              <a:cs typeface="Arial"/>
              <a:sym typeface="Arial"/>
            </a:endParaRPr>
          </a:p>
        </p:txBody>
      </p:sp>
    </p:spTree>
  </p:cSld>
  <p:clrMapOvr>
    <a:masterClrMapping/>
  </p:clrMapOvr>
  <p:transition spd="slow">
    <p:push/>
  </p:transition>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7" name="Shape 1637"/>
        <p:cNvGrpSpPr/>
        <p:nvPr/>
      </p:nvGrpSpPr>
      <p:grpSpPr>
        <a:xfrm>
          <a:off x="0" y="0"/>
          <a:ext cx="0" cy="0"/>
          <a:chOff x="0" y="0"/>
          <a:chExt cx="0" cy="0"/>
        </a:xfrm>
      </p:grpSpPr>
      <p:sp>
        <p:nvSpPr>
          <p:cNvPr id="1638" name="Google Shape;1638;p128"/>
          <p:cNvSpPr/>
          <p:nvPr/>
        </p:nvSpPr>
        <p:spPr>
          <a:xfrm flipH="1">
            <a:off x="593788" y="600074"/>
            <a:ext cx="360300" cy="45465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639" name="Google Shape;1639;p128"/>
          <p:cNvSpPr/>
          <p:nvPr/>
        </p:nvSpPr>
        <p:spPr>
          <a:xfrm flipH="1" rot="10800000">
            <a:off x="3267075" y="-3926"/>
            <a:ext cx="539700" cy="597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640" name="Google Shape;1640;p128"/>
          <p:cNvGrpSpPr/>
          <p:nvPr/>
        </p:nvGrpSpPr>
        <p:grpSpPr>
          <a:xfrm>
            <a:off x="593725" y="238347"/>
            <a:ext cx="8550524" cy="362033"/>
            <a:chOff x="0" y="0"/>
            <a:chExt cx="8550524" cy="362214"/>
          </a:xfrm>
        </p:grpSpPr>
        <p:sp>
          <p:nvSpPr>
            <p:cNvPr id="1641" name="Google Shape;1641;p128"/>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642" name="Google Shape;1642;p128"/>
            <p:cNvSpPr/>
            <p:nvPr/>
          </p:nvSpPr>
          <p:spPr>
            <a:xfrm flipH="1">
              <a:off x="359924" y="714"/>
              <a:ext cx="8190600" cy="3615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643" name="Google Shape;1643;p128"/>
          <p:cNvGrpSpPr/>
          <p:nvPr/>
        </p:nvGrpSpPr>
        <p:grpSpPr>
          <a:xfrm>
            <a:off x="75" y="600074"/>
            <a:ext cx="3806619" cy="539730"/>
            <a:chOff x="75" y="0"/>
            <a:chExt cx="3807000" cy="540000"/>
          </a:xfrm>
        </p:grpSpPr>
        <p:sp>
          <p:nvSpPr>
            <p:cNvPr id="1644" name="Google Shape;1644;p128"/>
            <p:cNvSpPr/>
            <p:nvPr/>
          </p:nvSpPr>
          <p:spPr>
            <a:xfrm flipH="1">
              <a:off x="75" y="0"/>
              <a:ext cx="3267000"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3"/>
                </a:buClr>
                <a:buSzPts val="1800"/>
                <a:buFont typeface="Arial"/>
                <a:buNone/>
              </a:pPr>
              <a:r>
                <a:rPr b="1" i="0" lang="en" sz="1800" u="none">
                  <a:solidFill>
                    <a:schemeClr val="accent3"/>
                  </a:solidFill>
                  <a:latin typeface="Calibri"/>
                  <a:ea typeface="Calibri"/>
                  <a:cs typeface="Calibri"/>
                  <a:sym typeface="Calibri"/>
                </a:rPr>
                <a:t>Repetition</a:t>
              </a:r>
              <a:endParaRPr/>
            </a:p>
          </p:txBody>
        </p:sp>
        <p:sp>
          <p:nvSpPr>
            <p:cNvPr id="1645" name="Google Shape;1645;p128"/>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pic>
        <p:nvPicPr>
          <p:cNvPr id="1646" name="Google Shape;1646;p128"/>
          <p:cNvPicPr preferRelativeResize="0"/>
          <p:nvPr/>
        </p:nvPicPr>
        <p:blipFill rotWithShape="1">
          <a:blip r:embed="rId3">
            <a:alphaModFix/>
          </a:blip>
          <a:srcRect b="0" l="0" r="0" t="0"/>
          <a:stretch/>
        </p:blipFill>
        <p:spPr>
          <a:xfrm>
            <a:off x="1171340" y="2231921"/>
            <a:ext cx="7755034" cy="1458451"/>
          </a:xfrm>
          <a:prstGeom prst="rect">
            <a:avLst/>
          </a:prstGeom>
          <a:noFill/>
          <a:ln>
            <a:noFill/>
          </a:ln>
        </p:spPr>
      </p:pic>
    </p:spTree>
  </p:cSld>
  <p:clrMapOvr>
    <a:masterClrMapping/>
  </p:clrMapOvr>
  <p:transition spd="slow">
    <p:push/>
  </p:transition>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0" name="Shape 1650"/>
        <p:cNvGrpSpPr/>
        <p:nvPr/>
      </p:nvGrpSpPr>
      <p:grpSpPr>
        <a:xfrm>
          <a:off x="0" y="0"/>
          <a:ext cx="0" cy="0"/>
          <a:chOff x="0" y="0"/>
          <a:chExt cx="0" cy="0"/>
        </a:xfrm>
      </p:grpSpPr>
      <p:sp>
        <p:nvSpPr>
          <p:cNvPr id="1651" name="Google Shape;1651;p129"/>
          <p:cNvSpPr/>
          <p:nvPr/>
        </p:nvSpPr>
        <p:spPr>
          <a:xfrm flipH="1">
            <a:off x="593725" y="60007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652" name="Google Shape;1652;p129"/>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653" name="Google Shape;1653;p129"/>
          <p:cNvGrpSpPr/>
          <p:nvPr/>
        </p:nvGrpSpPr>
        <p:grpSpPr>
          <a:xfrm>
            <a:off x="593725" y="238347"/>
            <a:ext cx="8550275" cy="361950"/>
            <a:chOff x="0" y="0"/>
            <a:chExt cx="8550524" cy="362139"/>
          </a:xfrm>
        </p:grpSpPr>
        <p:sp>
          <p:nvSpPr>
            <p:cNvPr id="1654" name="Google Shape;1654;p129"/>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655" name="Google Shape;1655;p129"/>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656" name="Google Shape;1656;p129"/>
          <p:cNvGrpSpPr/>
          <p:nvPr/>
        </p:nvGrpSpPr>
        <p:grpSpPr>
          <a:xfrm>
            <a:off x="0" y="600074"/>
            <a:ext cx="3806825" cy="539750"/>
            <a:chOff x="0" y="0"/>
            <a:chExt cx="3807075" cy="540000"/>
          </a:xfrm>
        </p:grpSpPr>
        <p:sp>
          <p:nvSpPr>
            <p:cNvPr id="1657" name="Google Shape;1657;p129"/>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3"/>
                </a:buClr>
                <a:buSzPts val="1800"/>
                <a:buFont typeface="Arial"/>
                <a:buNone/>
              </a:pPr>
              <a:r>
                <a:rPr b="1" i="0" lang="en" sz="1800" u="none">
                  <a:solidFill>
                    <a:schemeClr val="accent3"/>
                  </a:solidFill>
                  <a:latin typeface="Calibri"/>
                  <a:ea typeface="Calibri"/>
                  <a:cs typeface="Calibri"/>
                  <a:sym typeface="Calibri"/>
                </a:rPr>
                <a:t>Repetition</a:t>
              </a:r>
              <a:endParaRPr/>
            </a:p>
          </p:txBody>
        </p:sp>
        <p:sp>
          <p:nvSpPr>
            <p:cNvPr id="1658" name="Google Shape;1658;p129"/>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659" name="Google Shape;1659;p129"/>
          <p:cNvSpPr/>
          <p:nvPr/>
        </p:nvSpPr>
        <p:spPr>
          <a:xfrm>
            <a:off x="1297305" y="1397000"/>
            <a:ext cx="7846695" cy="416011"/>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Your task is to explore the others types of loops as well.</a:t>
            </a:r>
            <a:endParaRPr b="0" i="0" sz="1050" u="none">
              <a:solidFill>
                <a:schemeClr val="dk1"/>
              </a:solidFill>
              <a:latin typeface="Arial"/>
              <a:ea typeface="Arial"/>
              <a:cs typeface="Arial"/>
              <a:sym typeface="Arial"/>
            </a:endParaRPr>
          </a:p>
        </p:txBody>
      </p:sp>
    </p:spTree>
  </p:cSld>
  <p:clrMapOvr>
    <a:masterClrMapping/>
  </p:clrMapOvr>
  <p:transition spd="slow">
    <p:push/>
  </p:transition>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3" name="Shape 1663"/>
        <p:cNvGrpSpPr/>
        <p:nvPr/>
      </p:nvGrpSpPr>
      <p:grpSpPr>
        <a:xfrm>
          <a:off x="0" y="0"/>
          <a:ext cx="0" cy="0"/>
          <a:chOff x="0" y="0"/>
          <a:chExt cx="0" cy="0"/>
        </a:xfrm>
      </p:grpSpPr>
      <p:sp>
        <p:nvSpPr>
          <p:cNvPr id="1664" name="Google Shape;1664;p130"/>
          <p:cNvSpPr/>
          <p:nvPr/>
        </p:nvSpPr>
        <p:spPr>
          <a:xfrm flipH="1">
            <a:off x="593725" y="60007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665" name="Google Shape;1665;p130"/>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666" name="Google Shape;1666;p130"/>
          <p:cNvGrpSpPr/>
          <p:nvPr/>
        </p:nvGrpSpPr>
        <p:grpSpPr>
          <a:xfrm>
            <a:off x="593725" y="238347"/>
            <a:ext cx="8550275" cy="361950"/>
            <a:chOff x="0" y="0"/>
            <a:chExt cx="8550524" cy="362139"/>
          </a:xfrm>
        </p:grpSpPr>
        <p:sp>
          <p:nvSpPr>
            <p:cNvPr id="1667" name="Google Shape;1667;p130"/>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668" name="Google Shape;1668;p130"/>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669" name="Google Shape;1669;p130"/>
          <p:cNvGrpSpPr/>
          <p:nvPr/>
        </p:nvGrpSpPr>
        <p:grpSpPr>
          <a:xfrm>
            <a:off x="0" y="600074"/>
            <a:ext cx="3806825" cy="539750"/>
            <a:chOff x="0" y="0"/>
            <a:chExt cx="3807075" cy="540000"/>
          </a:xfrm>
        </p:grpSpPr>
        <p:sp>
          <p:nvSpPr>
            <p:cNvPr id="1670" name="Google Shape;1670;p130"/>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Loops</a:t>
              </a:r>
              <a:endParaRPr b="1" i="0" sz="1800" u="none">
                <a:solidFill>
                  <a:srgbClr val="FFFFFF"/>
                </a:solidFill>
                <a:latin typeface="Calibri"/>
                <a:ea typeface="Calibri"/>
                <a:cs typeface="Calibri"/>
                <a:sym typeface="Calibri"/>
              </a:endParaRPr>
            </a:p>
          </p:txBody>
        </p:sp>
        <p:sp>
          <p:nvSpPr>
            <p:cNvPr id="1671" name="Google Shape;1671;p130"/>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672" name="Google Shape;1672;p130"/>
          <p:cNvSpPr txBox="1"/>
          <p:nvPr/>
        </p:nvSpPr>
        <p:spPr>
          <a:xfrm>
            <a:off x="1223400" y="1718955"/>
            <a:ext cx="7193013" cy="2308837"/>
          </a:xfrm>
          <a:prstGeom prst="rect">
            <a:avLst/>
          </a:prstGeom>
          <a:noFill/>
          <a:ln>
            <a:noFill/>
          </a:ln>
        </p:spPr>
        <p:txBody>
          <a:bodyPr anchorCtr="0" anchor="t" bIns="45700" lIns="91425" spcFirstLastPara="1" rIns="91425" wrap="square" tIns="45700">
            <a:spAutoFit/>
          </a:bodyPr>
          <a:lstStyle/>
          <a:p>
            <a:pPr indent="-196850" lvl="0" marL="285750" marR="0" rtl="0" algn="l">
              <a:lnSpc>
                <a:spcPct val="150000"/>
              </a:lnSpc>
              <a:spcBef>
                <a:spcPts val="0"/>
              </a:spcBef>
              <a:spcAft>
                <a:spcPts val="0"/>
              </a:spcAft>
              <a:buClr>
                <a:schemeClr val="dk1"/>
              </a:buClr>
              <a:buSzPts val="1400"/>
              <a:buFont typeface="Arial"/>
              <a:buNone/>
            </a:pPr>
            <a:r>
              <a:t/>
            </a:r>
            <a:endParaRPr b="0" i="0" sz="1400" u="none">
              <a:solidFill>
                <a:schemeClr val="dk1"/>
              </a:solidFill>
              <a:latin typeface="Arial"/>
              <a:ea typeface="Arial"/>
              <a:cs typeface="Arial"/>
              <a:sym typeface="Arial"/>
            </a:endParaRPr>
          </a:p>
          <a:p>
            <a:pPr indent="-196850" lvl="0" marL="285750" marR="0" rtl="0" algn="l">
              <a:lnSpc>
                <a:spcPct val="150000"/>
              </a:lnSpc>
              <a:spcBef>
                <a:spcPts val="0"/>
              </a:spcBef>
              <a:spcAft>
                <a:spcPts val="0"/>
              </a:spcAft>
              <a:buClr>
                <a:schemeClr val="dk1"/>
              </a:buClr>
              <a:buSzPts val="1400"/>
              <a:buFont typeface="Arial"/>
              <a:buNone/>
            </a:pPr>
            <a:r>
              <a:t/>
            </a:r>
            <a:endParaRPr b="0" i="0" sz="1400" u="none">
              <a:solidFill>
                <a:schemeClr val="dk1"/>
              </a:solidFill>
              <a:latin typeface="Arial"/>
              <a:ea typeface="Arial"/>
              <a:cs typeface="Arial"/>
              <a:sym typeface="Arial"/>
            </a:endParaRPr>
          </a:p>
          <a:p>
            <a:pPr indent="-196850" lvl="0" marL="285750" marR="0" rtl="0" algn="l">
              <a:lnSpc>
                <a:spcPct val="150000"/>
              </a:lnSpc>
              <a:spcBef>
                <a:spcPts val="0"/>
              </a:spcBef>
              <a:spcAft>
                <a:spcPts val="0"/>
              </a:spcAft>
              <a:buClr>
                <a:schemeClr val="dk1"/>
              </a:buClr>
              <a:buSzPts val="1400"/>
              <a:buFont typeface="Arial"/>
              <a:buNone/>
            </a:pPr>
            <a:r>
              <a:t/>
            </a:r>
            <a:endParaRPr b="0" i="0" sz="1400" u="non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400"/>
              <a:buFont typeface="Arial"/>
              <a:buChar char="•"/>
            </a:pPr>
            <a:r>
              <a:rPr b="0" i="0" lang="en" sz="2400" u="none">
                <a:solidFill>
                  <a:schemeClr val="dk1"/>
                </a:solidFill>
                <a:latin typeface="Arial"/>
                <a:ea typeface="Arial"/>
                <a:cs typeface="Arial"/>
                <a:sym typeface="Arial"/>
              </a:rPr>
              <a:t>Let’s Play with </a:t>
            </a:r>
            <a:r>
              <a:rPr b="0" i="0" lang="en" sz="2400" u="none">
                <a:solidFill>
                  <a:srgbClr val="6666FF"/>
                </a:solidFill>
                <a:latin typeface="Arial"/>
                <a:ea typeface="Arial"/>
                <a:cs typeface="Arial"/>
                <a:sym typeface="Arial"/>
              </a:rPr>
              <a:t>Loops</a:t>
            </a:r>
            <a:r>
              <a:rPr b="0" i="0" lang="en" sz="2400" u="none">
                <a:solidFill>
                  <a:schemeClr val="dk1"/>
                </a:solidFill>
                <a:latin typeface="Arial"/>
                <a:ea typeface="Arial"/>
                <a:cs typeface="Arial"/>
                <a:sym typeface="Arial"/>
              </a:rPr>
              <a:t>?</a:t>
            </a:r>
            <a:endParaRPr/>
          </a:p>
          <a:p>
            <a:pPr indent="-133350" lvl="0" marL="285750" marR="0" rtl="0" algn="l">
              <a:lnSpc>
                <a:spcPct val="150000"/>
              </a:lnSpc>
              <a:spcBef>
                <a:spcPts val="0"/>
              </a:spcBef>
              <a:spcAft>
                <a:spcPts val="0"/>
              </a:spcAft>
              <a:buClr>
                <a:schemeClr val="dk1"/>
              </a:buClr>
              <a:buSzPts val="2400"/>
              <a:buFont typeface="Arial"/>
              <a:buNone/>
            </a:pPr>
            <a:r>
              <a:t/>
            </a:r>
            <a:endParaRPr b="0" baseline="-25000" i="0" sz="2400" u="non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2400"/>
              <a:buFont typeface="Arial"/>
              <a:buNone/>
            </a:pPr>
            <a:r>
              <a:t/>
            </a:r>
            <a:endParaRPr b="0" baseline="-25000" i="0" sz="2400" u="none">
              <a:solidFill>
                <a:schemeClr val="dk1"/>
              </a:solidFill>
              <a:latin typeface="Arial"/>
              <a:ea typeface="Arial"/>
              <a:cs typeface="Arial"/>
              <a:sym typeface="Arial"/>
            </a:endParaRPr>
          </a:p>
        </p:txBody>
      </p:sp>
    </p:spTree>
  </p:cSld>
  <p:clrMapOvr>
    <a:masterClrMapping/>
  </p:clrMapOvr>
  <p:transition spd="slow">
    <p:push/>
  </p:transition>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6" name="Shape 1676"/>
        <p:cNvGrpSpPr/>
        <p:nvPr/>
      </p:nvGrpSpPr>
      <p:grpSpPr>
        <a:xfrm>
          <a:off x="0" y="0"/>
          <a:ext cx="0" cy="0"/>
          <a:chOff x="0" y="0"/>
          <a:chExt cx="0" cy="0"/>
        </a:xfrm>
      </p:grpSpPr>
      <p:sp>
        <p:nvSpPr>
          <p:cNvPr id="1677" name="Google Shape;1677;p131"/>
          <p:cNvSpPr/>
          <p:nvPr/>
        </p:nvSpPr>
        <p:spPr>
          <a:xfrm flipH="1">
            <a:off x="593725" y="608378"/>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678" name="Google Shape;1678;p131"/>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679" name="Google Shape;1679;p131"/>
          <p:cNvGrpSpPr/>
          <p:nvPr/>
        </p:nvGrpSpPr>
        <p:grpSpPr>
          <a:xfrm>
            <a:off x="593725" y="238125"/>
            <a:ext cx="8550275" cy="361950"/>
            <a:chOff x="0" y="0"/>
            <a:chExt cx="8550524" cy="362139"/>
          </a:xfrm>
        </p:grpSpPr>
        <p:sp>
          <p:nvSpPr>
            <p:cNvPr id="1680" name="Google Shape;1680;p131"/>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681" name="Google Shape;1681;p131"/>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682" name="Google Shape;1682;p131"/>
          <p:cNvGrpSpPr/>
          <p:nvPr/>
        </p:nvGrpSpPr>
        <p:grpSpPr>
          <a:xfrm>
            <a:off x="0" y="600075"/>
            <a:ext cx="3806825" cy="539750"/>
            <a:chOff x="0" y="0"/>
            <a:chExt cx="3807075" cy="540000"/>
          </a:xfrm>
        </p:grpSpPr>
        <p:grpSp>
          <p:nvGrpSpPr>
            <p:cNvPr id="1683" name="Google Shape;1683;p131"/>
            <p:cNvGrpSpPr/>
            <p:nvPr/>
          </p:nvGrpSpPr>
          <p:grpSpPr>
            <a:xfrm>
              <a:off x="0" y="0"/>
              <a:ext cx="3807075" cy="540000"/>
              <a:chOff x="0" y="0"/>
              <a:chExt cx="3807075" cy="540000"/>
            </a:xfrm>
          </p:grpSpPr>
          <p:sp>
            <p:nvSpPr>
              <p:cNvPr id="1684" name="Google Shape;1684;p131"/>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Tips</a:t>
                </a:r>
                <a:endParaRPr b="1" i="0" sz="1800" u="none">
                  <a:solidFill>
                    <a:srgbClr val="FFFFFF"/>
                  </a:solidFill>
                  <a:latin typeface="Calibri"/>
                  <a:ea typeface="Calibri"/>
                  <a:cs typeface="Calibri"/>
                  <a:sym typeface="Calibri"/>
                </a:endParaRPr>
              </a:p>
            </p:txBody>
          </p:sp>
          <p:sp>
            <p:nvSpPr>
              <p:cNvPr id="1685" name="Google Shape;1685;p131"/>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686" name="Google Shape;1686;p131"/>
            <p:cNvSpPr/>
            <p:nvPr/>
          </p:nvSpPr>
          <p:spPr>
            <a:xfrm>
              <a:off x="773475" y="100723"/>
              <a:ext cx="309900" cy="337341"/>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Arial"/>
                <a:buNone/>
              </a:pPr>
              <a:r>
                <a:t/>
              </a:r>
              <a:endParaRPr b="1" i="0" sz="1600" u="none">
                <a:solidFill>
                  <a:schemeClr val="lt1"/>
                </a:solidFill>
                <a:latin typeface="Microsoft YaHei"/>
                <a:ea typeface="Microsoft YaHei"/>
                <a:cs typeface="Microsoft YaHei"/>
                <a:sym typeface="Microsoft YaHei"/>
              </a:endParaRPr>
            </a:p>
          </p:txBody>
        </p:sp>
      </p:grpSp>
      <p:sp>
        <p:nvSpPr>
          <p:cNvPr id="1687" name="Google Shape;1687;p131"/>
          <p:cNvSpPr/>
          <p:nvPr/>
        </p:nvSpPr>
        <p:spPr>
          <a:xfrm>
            <a:off x="1297305" y="1397000"/>
            <a:ext cx="7846695" cy="2677656"/>
          </a:xfrm>
          <a:prstGeom prst="rect">
            <a:avLst/>
          </a:prstGeom>
          <a:noFill/>
          <a:ln>
            <a:noFill/>
          </a:ln>
        </p:spPr>
        <p:txBody>
          <a:bodyPr anchorCtr="0" anchor="t" bIns="45700" lIns="91425" spcFirstLastPara="1" rIns="91425" wrap="square" tIns="45700">
            <a:noAutofit/>
          </a:bodyPr>
          <a:lstStyle/>
          <a:p>
            <a:pPr indent="0" lvl="1" marL="342900" marR="0" rtl="0" algn="just">
              <a:lnSpc>
                <a:spcPct val="150000"/>
              </a:lnSpc>
              <a:spcBef>
                <a:spcPts val="0"/>
              </a:spcBef>
              <a:spcAft>
                <a:spcPts val="0"/>
              </a:spcAft>
              <a:buClr>
                <a:schemeClr val="dk1"/>
              </a:buClr>
              <a:buSzPts val="1600"/>
              <a:buFont typeface="Arial"/>
              <a:buNone/>
            </a:pPr>
            <a:r>
              <a:rPr b="0" i="0" lang="en" sz="1600" u="none" cap="none" strike="noStrike">
                <a:solidFill>
                  <a:schemeClr val="dk1"/>
                </a:solidFill>
                <a:latin typeface="Arial"/>
                <a:ea typeface="Arial"/>
                <a:cs typeface="Arial"/>
                <a:sym typeface="Arial"/>
              </a:rPr>
              <a:t>For solving any problem, we need to do following things:</a:t>
            </a:r>
            <a:endParaRPr/>
          </a:p>
          <a:p>
            <a:pPr indent="-184150" lvl="1" marL="628650" marR="0" rtl="0" algn="just">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285750" lvl="1" marL="628650" marR="0" rtl="0" algn="just">
              <a:lnSpc>
                <a:spcPct val="10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Make sure you 100% understand the problem. Ask the right questions to get a clear picture of the problem</a:t>
            </a:r>
            <a:endParaRPr b="0" i="0" sz="1600" u="none" cap="none" strike="noStrike">
              <a:solidFill>
                <a:schemeClr val="dk1"/>
              </a:solidFill>
              <a:latin typeface="Arial"/>
              <a:ea typeface="Arial"/>
              <a:cs typeface="Arial"/>
              <a:sym typeface="Arial"/>
            </a:endParaRPr>
          </a:p>
          <a:p>
            <a:pPr indent="-184150" lvl="1" marL="628650" marR="0" rtl="0" algn="just">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285750" lvl="1" marL="628650" marR="0" rtl="0" algn="just">
              <a:lnSpc>
                <a:spcPct val="10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Don't be afraid to do as much research as you have to</a:t>
            </a:r>
            <a:endParaRPr b="0" i="0" sz="1600" u="none" cap="none" strike="noStrike">
              <a:solidFill>
                <a:schemeClr val="dk1"/>
              </a:solidFill>
              <a:latin typeface="Arial"/>
              <a:ea typeface="Arial"/>
              <a:cs typeface="Arial"/>
              <a:sym typeface="Arial"/>
            </a:endParaRPr>
          </a:p>
          <a:p>
            <a:pPr indent="-184150" lvl="1" marL="628650" marR="0" rtl="0" algn="just">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285750" lvl="1" marL="628650" marR="0" rtl="0" algn="just">
              <a:lnSpc>
                <a:spcPct val="10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For bigger problems, write pseudo-code before writing the actual code</a:t>
            </a:r>
            <a:endParaRPr b="0" i="0" sz="1600" u="none" cap="none" strike="noStrike">
              <a:solidFill>
                <a:schemeClr val="dk1"/>
              </a:solidFill>
              <a:latin typeface="Arial"/>
              <a:ea typeface="Arial"/>
              <a:cs typeface="Arial"/>
              <a:sym typeface="Arial"/>
            </a:endParaRPr>
          </a:p>
        </p:txBody>
      </p:sp>
    </p:spTree>
  </p:cSld>
  <p:clrMapOvr>
    <a:masterClrMapping/>
  </p:clrMapOvr>
  <p:transition spd="slow">
    <p:push/>
  </p:transition>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1" name="Shape 1691"/>
        <p:cNvGrpSpPr/>
        <p:nvPr/>
      </p:nvGrpSpPr>
      <p:grpSpPr>
        <a:xfrm>
          <a:off x="0" y="0"/>
          <a:ext cx="0" cy="0"/>
          <a:chOff x="0" y="0"/>
          <a:chExt cx="0" cy="0"/>
        </a:xfrm>
      </p:grpSpPr>
      <p:sp>
        <p:nvSpPr>
          <p:cNvPr id="1692" name="Google Shape;1692;p132"/>
          <p:cNvSpPr/>
          <p:nvPr/>
        </p:nvSpPr>
        <p:spPr>
          <a:xfrm flipH="1">
            <a:off x="593725" y="619855"/>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693" name="Google Shape;1693;p132"/>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694" name="Google Shape;1694;p132"/>
          <p:cNvGrpSpPr/>
          <p:nvPr/>
        </p:nvGrpSpPr>
        <p:grpSpPr>
          <a:xfrm>
            <a:off x="593725" y="226648"/>
            <a:ext cx="8550275" cy="361950"/>
            <a:chOff x="0" y="0"/>
            <a:chExt cx="8550524" cy="362139"/>
          </a:xfrm>
        </p:grpSpPr>
        <p:sp>
          <p:nvSpPr>
            <p:cNvPr id="1695" name="Google Shape;1695;p132"/>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696" name="Google Shape;1696;p132"/>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697" name="Google Shape;1697;p132"/>
          <p:cNvGrpSpPr/>
          <p:nvPr/>
        </p:nvGrpSpPr>
        <p:grpSpPr>
          <a:xfrm>
            <a:off x="0" y="582834"/>
            <a:ext cx="3806825" cy="539750"/>
            <a:chOff x="0" y="0"/>
            <a:chExt cx="3807075" cy="540000"/>
          </a:xfrm>
        </p:grpSpPr>
        <p:sp>
          <p:nvSpPr>
            <p:cNvPr id="1698" name="Google Shape;1698;p132"/>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Functions</a:t>
              </a:r>
              <a:endParaRPr/>
            </a:p>
          </p:txBody>
        </p:sp>
        <p:sp>
          <p:nvSpPr>
            <p:cNvPr id="1699" name="Google Shape;1699;p132"/>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700" name="Google Shape;1700;p132"/>
          <p:cNvSpPr/>
          <p:nvPr/>
        </p:nvSpPr>
        <p:spPr>
          <a:xfrm>
            <a:off x="1420663" y="1080691"/>
            <a:ext cx="7846695" cy="1529842"/>
          </a:xfrm>
          <a:prstGeom prst="rect">
            <a:avLst/>
          </a:prstGeom>
          <a:noFill/>
          <a:ln>
            <a:noFill/>
          </a:ln>
        </p:spPr>
        <p:txBody>
          <a:bodyPr anchorCtr="0" anchor="t" bIns="45700" lIns="91425" spcFirstLastPara="1" rIns="91425" wrap="square" tIns="45700">
            <a:noAutofit/>
          </a:bodyPr>
          <a:lstStyle/>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In JavaScript, a function is a block of code that can be executed multiple times. Functions can take input in the form of arguments and can return output in the form of a return value. Functions can also be used to organize and structure code, making it more readable and maintainable.</a:t>
            </a:r>
            <a:endParaRPr b="0" i="0" sz="1200" u="none">
              <a:solidFill>
                <a:schemeClr val="dk1"/>
              </a:solidFill>
              <a:latin typeface="Arial"/>
              <a:ea typeface="Arial"/>
              <a:cs typeface="Arial"/>
              <a:sym typeface="Arial"/>
            </a:endParaRPr>
          </a:p>
        </p:txBody>
      </p:sp>
      <p:pic>
        <p:nvPicPr>
          <p:cNvPr id="1701" name="Google Shape;1701;p132"/>
          <p:cNvPicPr preferRelativeResize="0"/>
          <p:nvPr/>
        </p:nvPicPr>
        <p:blipFill rotWithShape="1">
          <a:blip r:embed="rId3">
            <a:alphaModFix/>
          </a:blip>
          <a:srcRect b="31630" l="15752" r="14188" t="7586"/>
          <a:stretch/>
        </p:blipFill>
        <p:spPr>
          <a:xfrm>
            <a:off x="1769749" y="2810436"/>
            <a:ext cx="5358638" cy="2107292"/>
          </a:xfrm>
          <a:prstGeom prst="rect">
            <a:avLst/>
          </a:prstGeom>
          <a:noFill/>
          <a:ln>
            <a:noFill/>
          </a:ln>
        </p:spPr>
      </p:pic>
    </p:spTree>
  </p:cSld>
  <p:clrMapOvr>
    <a:masterClrMapping/>
  </p:clrMapOvr>
  <p:transition spd="slow">
    <p:push/>
  </p:transition>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5" name="Shape 1705"/>
        <p:cNvGrpSpPr/>
        <p:nvPr/>
      </p:nvGrpSpPr>
      <p:grpSpPr>
        <a:xfrm>
          <a:off x="0" y="0"/>
          <a:ext cx="0" cy="0"/>
          <a:chOff x="0" y="0"/>
          <a:chExt cx="0" cy="0"/>
        </a:xfrm>
      </p:grpSpPr>
      <p:sp>
        <p:nvSpPr>
          <p:cNvPr id="1706" name="Google Shape;1706;p133"/>
          <p:cNvSpPr/>
          <p:nvPr/>
        </p:nvSpPr>
        <p:spPr>
          <a:xfrm flipH="1">
            <a:off x="593788" y="608378"/>
            <a:ext cx="360300" cy="45465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707" name="Google Shape;1707;p133"/>
          <p:cNvSpPr/>
          <p:nvPr/>
        </p:nvSpPr>
        <p:spPr>
          <a:xfrm flipH="1" rot="10800000">
            <a:off x="3267075" y="-100"/>
            <a:ext cx="539700" cy="597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708" name="Google Shape;1708;p133"/>
          <p:cNvGrpSpPr/>
          <p:nvPr/>
        </p:nvGrpSpPr>
        <p:grpSpPr>
          <a:xfrm>
            <a:off x="593725" y="238125"/>
            <a:ext cx="8550524" cy="362033"/>
            <a:chOff x="0" y="0"/>
            <a:chExt cx="8550524" cy="362214"/>
          </a:xfrm>
        </p:grpSpPr>
        <p:sp>
          <p:nvSpPr>
            <p:cNvPr id="1709" name="Google Shape;1709;p133"/>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710" name="Google Shape;1710;p133"/>
            <p:cNvSpPr/>
            <p:nvPr/>
          </p:nvSpPr>
          <p:spPr>
            <a:xfrm flipH="1">
              <a:off x="359924" y="714"/>
              <a:ext cx="8190600" cy="3615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711" name="Google Shape;1711;p133"/>
          <p:cNvGrpSpPr/>
          <p:nvPr/>
        </p:nvGrpSpPr>
        <p:grpSpPr>
          <a:xfrm>
            <a:off x="95" y="600075"/>
            <a:ext cx="4847072" cy="539730"/>
            <a:chOff x="75" y="0"/>
            <a:chExt cx="3807000" cy="540000"/>
          </a:xfrm>
        </p:grpSpPr>
        <p:grpSp>
          <p:nvGrpSpPr>
            <p:cNvPr id="1712" name="Google Shape;1712;p133"/>
            <p:cNvGrpSpPr/>
            <p:nvPr/>
          </p:nvGrpSpPr>
          <p:grpSpPr>
            <a:xfrm>
              <a:off x="75" y="0"/>
              <a:ext cx="3807000" cy="540000"/>
              <a:chOff x="75" y="0"/>
              <a:chExt cx="3807000" cy="540000"/>
            </a:xfrm>
          </p:grpSpPr>
          <p:sp>
            <p:nvSpPr>
              <p:cNvPr id="1713" name="Google Shape;1713;p133"/>
              <p:cNvSpPr/>
              <p:nvPr/>
            </p:nvSpPr>
            <p:spPr>
              <a:xfrm flipH="1">
                <a:off x="75" y="0"/>
                <a:ext cx="3267000"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Functions</a:t>
                </a:r>
                <a:endParaRPr/>
              </a:p>
            </p:txBody>
          </p:sp>
          <p:sp>
            <p:nvSpPr>
              <p:cNvPr id="1714" name="Google Shape;1714;p133"/>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715" name="Google Shape;1715;p133"/>
            <p:cNvSpPr/>
            <p:nvPr/>
          </p:nvSpPr>
          <p:spPr>
            <a:xfrm>
              <a:off x="268835" y="101328"/>
              <a:ext cx="309900" cy="3372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Arial"/>
                <a:buNone/>
              </a:pPr>
              <a:r>
                <a:t/>
              </a:r>
              <a:endParaRPr b="1" i="0" sz="1600" u="none">
                <a:solidFill>
                  <a:schemeClr val="lt1"/>
                </a:solidFill>
                <a:latin typeface="Microsoft YaHei"/>
                <a:ea typeface="Microsoft YaHei"/>
                <a:cs typeface="Microsoft YaHei"/>
                <a:sym typeface="Microsoft YaHei"/>
              </a:endParaRPr>
            </a:p>
          </p:txBody>
        </p:sp>
      </p:grpSp>
      <p:sp>
        <p:nvSpPr>
          <p:cNvPr id="1716" name="Google Shape;1716;p133"/>
          <p:cNvSpPr/>
          <p:nvPr/>
        </p:nvSpPr>
        <p:spPr>
          <a:xfrm>
            <a:off x="1297305" y="1397000"/>
            <a:ext cx="7846800" cy="2246700"/>
          </a:xfrm>
          <a:prstGeom prst="rect">
            <a:avLst/>
          </a:prstGeom>
          <a:noFill/>
          <a:ln>
            <a:noFill/>
          </a:ln>
        </p:spPr>
        <p:txBody>
          <a:bodyPr anchorCtr="0" anchor="t" bIns="45700" lIns="91425" spcFirstLastPara="1" rIns="91425" wrap="square" tIns="45700">
            <a:noAutofit/>
          </a:bodyPr>
          <a:lstStyle/>
          <a:p>
            <a:pPr indent="-342900" lvl="1" marL="685800" marR="0" rtl="0" algn="l">
              <a:lnSpc>
                <a:spcPct val="100000"/>
              </a:lnSpc>
              <a:spcBef>
                <a:spcPts val="0"/>
              </a:spcBef>
              <a:spcAft>
                <a:spcPts val="0"/>
              </a:spcAft>
              <a:buClr>
                <a:schemeClr val="dk1"/>
              </a:buClr>
              <a:buSzPts val="2000"/>
              <a:buFont typeface="Arial"/>
              <a:buChar char="•"/>
            </a:pPr>
            <a:r>
              <a:rPr b="0" i="0" lang="en" sz="2000" u="none" cap="none" strike="noStrike">
                <a:solidFill>
                  <a:schemeClr val="dk1"/>
                </a:solidFill>
                <a:latin typeface="Calibri"/>
                <a:ea typeface="Calibri"/>
                <a:cs typeface="Calibri"/>
                <a:sym typeface="Calibri"/>
              </a:rPr>
              <a:t>There are three ways to make functions:</a:t>
            </a:r>
            <a:endParaRPr/>
          </a:p>
          <a:p>
            <a:pPr indent="-215900" lvl="2" marL="1028700" marR="0" rtl="0" algn="l">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Calibri"/>
              <a:ea typeface="Calibri"/>
              <a:cs typeface="Calibri"/>
              <a:sym typeface="Calibri"/>
            </a:endParaRPr>
          </a:p>
          <a:p>
            <a:pPr indent="-342900" lvl="2" marL="1028700" marR="0" rtl="0" algn="l">
              <a:lnSpc>
                <a:spcPct val="100000"/>
              </a:lnSpc>
              <a:spcBef>
                <a:spcPts val="0"/>
              </a:spcBef>
              <a:spcAft>
                <a:spcPts val="0"/>
              </a:spcAft>
              <a:buClr>
                <a:schemeClr val="dk1"/>
              </a:buClr>
              <a:buSzPts val="2000"/>
              <a:buFont typeface="Arial"/>
              <a:buChar char="•"/>
            </a:pPr>
            <a:r>
              <a:rPr b="0" i="0" lang="en" sz="2000" u="none" cap="none" strike="noStrike">
                <a:solidFill>
                  <a:schemeClr val="dk1"/>
                </a:solidFill>
                <a:latin typeface="Calibri"/>
                <a:ea typeface="Calibri"/>
                <a:cs typeface="Calibri"/>
                <a:sym typeface="Calibri"/>
              </a:rPr>
              <a:t>Declaration Functions</a:t>
            </a:r>
            <a:endParaRPr/>
          </a:p>
          <a:p>
            <a:pPr indent="-215900" lvl="1" marL="685800" marR="0" rtl="0" algn="l">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Calibri"/>
              <a:ea typeface="Calibri"/>
              <a:cs typeface="Calibri"/>
              <a:sym typeface="Calibri"/>
            </a:endParaRPr>
          </a:p>
          <a:p>
            <a:pPr indent="-342900" lvl="2" marL="1028700" marR="0" rtl="0" algn="l">
              <a:lnSpc>
                <a:spcPct val="100000"/>
              </a:lnSpc>
              <a:spcBef>
                <a:spcPts val="0"/>
              </a:spcBef>
              <a:spcAft>
                <a:spcPts val="0"/>
              </a:spcAft>
              <a:buClr>
                <a:schemeClr val="dk1"/>
              </a:buClr>
              <a:buSzPts val="2000"/>
              <a:buFont typeface="Arial"/>
              <a:buChar char="•"/>
            </a:pPr>
            <a:r>
              <a:rPr b="0" i="0" lang="en" sz="2000" u="none" cap="none" strike="noStrike">
                <a:solidFill>
                  <a:schemeClr val="dk1"/>
                </a:solidFill>
                <a:latin typeface="Calibri"/>
                <a:ea typeface="Calibri"/>
                <a:cs typeface="Calibri"/>
                <a:sym typeface="Calibri"/>
              </a:rPr>
              <a:t>Expression Functions</a:t>
            </a:r>
            <a:endParaRPr/>
          </a:p>
          <a:p>
            <a:pPr indent="0" lvl="2" marL="685800" marR="0" rtl="0" algn="l">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Calibri"/>
              <a:ea typeface="Calibri"/>
              <a:cs typeface="Calibri"/>
              <a:sym typeface="Calibri"/>
            </a:endParaRPr>
          </a:p>
          <a:p>
            <a:pPr indent="-342900" lvl="2" marL="1028700" marR="0" rtl="0" algn="l">
              <a:lnSpc>
                <a:spcPct val="100000"/>
              </a:lnSpc>
              <a:spcBef>
                <a:spcPts val="0"/>
              </a:spcBef>
              <a:spcAft>
                <a:spcPts val="0"/>
              </a:spcAft>
              <a:buClr>
                <a:schemeClr val="dk1"/>
              </a:buClr>
              <a:buSzPts val="2000"/>
              <a:buFont typeface="Arial"/>
              <a:buChar char="•"/>
            </a:pPr>
            <a:r>
              <a:rPr b="0" i="0" lang="en" sz="2000" u="none" cap="none" strike="noStrike">
                <a:solidFill>
                  <a:schemeClr val="dk1"/>
                </a:solidFill>
                <a:latin typeface="Calibri"/>
                <a:ea typeface="Calibri"/>
                <a:cs typeface="Calibri"/>
                <a:sym typeface="Calibri"/>
              </a:rPr>
              <a:t>Arrow Function</a:t>
            </a:r>
            <a:endParaRPr/>
          </a:p>
        </p:txBody>
      </p:sp>
    </p:spTree>
  </p:cSld>
  <p:clrMapOvr>
    <a:masterClrMapping/>
  </p:clrMapOvr>
  <p:transition spd="slow">
    <p:push/>
  </p:transition>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0" name="Shape 1720"/>
        <p:cNvGrpSpPr/>
        <p:nvPr/>
      </p:nvGrpSpPr>
      <p:grpSpPr>
        <a:xfrm>
          <a:off x="0" y="0"/>
          <a:ext cx="0" cy="0"/>
          <a:chOff x="0" y="0"/>
          <a:chExt cx="0" cy="0"/>
        </a:xfrm>
      </p:grpSpPr>
      <p:sp>
        <p:nvSpPr>
          <p:cNvPr id="1721" name="Google Shape;1721;p134"/>
          <p:cNvSpPr/>
          <p:nvPr/>
        </p:nvSpPr>
        <p:spPr>
          <a:xfrm flipH="1">
            <a:off x="593725" y="608378"/>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722" name="Google Shape;1722;p134"/>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723" name="Google Shape;1723;p134"/>
          <p:cNvGrpSpPr/>
          <p:nvPr/>
        </p:nvGrpSpPr>
        <p:grpSpPr>
          <a:xfrm>
            <a:off x="593725" y="238125"/>
            <a:ext cx="8550275" cy="361950"/>
            <a:chOff x="0" y="0"/>
            <a:chExt cx="8550524" cy="362139"/>
          </a:xfrm>
        </p:grpSpPr>
        <p:sp>
          <p:nvSpPr>
            <p:cNvPr id="1724" name="Google Shape;1724;p134"/>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725" name="Google Shape;1725;p134"/>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726" name="Google Shape;1726;p134"/>
          <p:cNvGrpSpPr/>
          <p:nvPr/>
        </p:nvGrpSpPr>
        <p:grpSpPr>
          <a:xfrm>
            <a:off x="0" y="600075"/>
            <a:ext cx="4847303" cy="539750"/>
            <a:chOff x="0" y="0"/>
            <a:chExt cx="3807075" cy="540000"/>
          </a:xfrm>
        </p:grpSpPr>
        <p:grpSp>
          <p:nvGrpSpPr>
            <p:cNvPr id="1727" name="Google Shape;1727;p134"/>
            <p:cNvGrpSpPr/>
            <p:nvPr/>
          </p:nvGrpSpPr>
          <p:grpSpPr>
            <a:xfrm>
              <a:off x="0" y="0"/>
              <a:ext cx="3807075" cy="540000"/>
              <a:chOff x="0" y="0"/>
              <a:chExt cx="3807075" cy="540000"/>
            </a:xfrm>
          </p:grpSpPr>
          <p:sp>
            <p:nvSpPr>
              <p:cNvPr id="1728" name="Google Shape;1728;p134"/>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Declaration Function</a:t>
                </a:r>
                <a:endParaRPr/>
              </a:p>
            </p:txBody>
          </p:sp>
          <p:sp>
            <p:nvSpPr>
              <p:cNvPr id="1729" name="Google Shape;1729;p134"/>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730" name="Google Shape;1730;p134"/>
            <p:cNvSpPr/>
            <p:nvPr/>
          </p:nvSpPr>
          <p:spPr>
            <a:xfrm>
              <a:off x="268835" y="101328"/>
              <a:ext cx="309900" cy="337341"/>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Arial"/>
                <a:buNone/>
              </a:pPr>
              <a:r>
                <a:t/>
              </a:r>
              <a:endParaRPr b="1" i="0" sz="1600" u="none">
                <a:solidFill>
                  <a:schemeClr val="lt1"/>
                </a:solidFill>
                <a:latin typeface="Microsoft YaHei"/>
                <a:ea typeface="Microsoft YaHei"/>
                <a:cs typeface="Microsoft YaHei"/>
                <a:sym typeface="Microsoft YaHei"/>
              </a:endParaRPr>
            </a:p>
          </p:txBody>
        </p:sp>
      </p:grpSp>
      <p:pic>
        <p:nvPicPr>
          <p:cNvPr id="1731" name="Google Shape;1731;p134"/>
          <p:cNvPicPr preferRelativeResize="0"/>
          <p:nvPr/>
        </p:nvPicPr>
        <p:blipFill rotWithShape="1">
          <a:blip r:embed="rId3">
            <a:alphaModFix/>
          </a:blip>
          <a:srcRect b="0" l="0" r="0" t="0"/>
          <a:stretch/>
        </p:blipFill>
        <p:spPr>
          <a:xfrm>
            <a:off x="1912596" y="1797110"/>
            <a:ext cx="5181866" cy="2387723"/>
          </a:xfrm>
          <a:prstGeom prst="rect">
            <a:avLst/>
          </a:prstGeom>
          <a:noFill/>
          <a:ln>
            <a:noFill/>
          </a:ln>
        </p:spPr>
      </p:pic>
    </p:spTree>
  </p:cSld>
  <p:clrMapOvr>
    <a:masterClrMapping/>
  </p:clrMapOvr>
  <p:transition spd="slow">
    <p:push/>
  </p:transition>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5" name="Shape 1735"/>
        <p:cNvGrpSpPr/>
        <p:nvPr/>
      </p:nvGrpSpPr>
      <p:grpSpPr>
        <a:xfrm>
          <a:off x="0" y="0"/>
          <a:ext cx="0" cy="0"/>
          <a:chOff x="0" y="0"/>
          <a:chExt cx="0" cy="0"/>
        </a:xfrm>
      </p:grpSpPr>
      <p:sp>
        <p:nvSpPr>
          <p:cNvPr id="1736" name="Google Shape;1736;p135"/>
          <p:cNvSpPr/>
          <p:nvPr/>
        </p:nvSpPr>
        <p:spPr>
          <a:xfrm flipH="1">
            <a:off x="593788" y="608378"/>
            <a:ext cx="360300" cy="45465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737" name="Google Shape;1737;p135"/>
          <p:cNvSpPr/>
          <p:nvPr/>
        </p:nvSpPr>
        <p:spPr>
          <a:xfrm flipH="1" rot="10800000">
            <a:off x="3267075" y="-100"/>
            <a:ext cx="539700" cy="597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738" name="Google Shape;1738;p135"/>
          <p:cNvGrpSpPr/>
          <p:nvPr/>
        </p:nvGrpSpPr>
        <p:grpSpPr>
          <a:xfrm>
            <a:off x="593725" y="238125"/>
            <a:ext cx="8550524" cy="362033"/>
            <a:chOff x="0" y="0"/>
            <a:chExt cx="8550524" cy="362214"/>
          </a:xfrm>
        </p:grpSpPr>
        <p:sp>
          <p:nvSpPr>
            <p:cNvPr id="1739" name="Google Shape;1739;p135"/>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740" name="Google Shape;1740;p135"/>
            <p:cNvSpPr/>
            <p:nvPr/>
          </p:nvSpPr>
          <p:spPr>
            <a:xfrm flipH="1">
              <a:off x="359924" y="714"/>
              <a:ext cx="8190600" cy="3615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741" name="Google Shape;1741;p135"/>
          <p:cNvGrpSpPr/>
          <p:nvPr/>
        </p:nvGrpSpPr>
        <p:grpSpPr>
          <a:xfrm>
            <a:off x="95" y="600075"/>
            <a:ext cx="4847072" cy="539730"/>
            <a:chOff x="75" y="0"/>
            <a:chExt cx="3807000" cy="540000"/>
          </a:xfrm>
        </p:grpSpPr>
        <p:grpSp>
          <p:nvGrpSpPr>
            <p:cNvPr id="1742" name="Google Shape;1742;p135"/>
            <p:cNvGrpSpPr/>
            <p:nvPr/>
          </p:nvGrpSpPr>
          <p:grpSpPr>
            <a:xfrm>
              <a:off x="75" y="0"/>
              <a:ext cx="3807000" cy="540000"/>
              <a:chOff x="75" y="0"/>
              <a:chExt cx="3807000" cy="540000"/>
            </a:xfrm>
          </p:grpSpPr>
          <p:sp>
            <p:nvSpPr>
              <p:cNvPr id="1743" name="Google Shape;1743;p135"/>
              <p:cNvSpPr/>
              <p:nvPr/>
            </p:nvSpPr>
            <p:spPr>
              <a:xfrm flipH="1">
                <a:off x="75" y="0"/>
                <a:ext cx="3267000"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Expression Function</a:t>
                </a:r>
                <a:endParaRPr/>
              </a:p>
            </p:txBody>
          </p:sp>
          <p:sp>
            <p:nvSpPr>
              <p:cNvPr id="1744" name="Google Shape;1744;p135"/>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745" name="Google Shape;1745;p135"/>
            <p:cNvSpPr/>
            <p:nvPr/>
          </p:nvSpPr>
          <p:spPr>
            <a:xfrm>
              <a:off x="268835" y="101328"/>
              <a:ext cx="309900" cy="3372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Arial"/>
                <a:buNone/>
              </a:pPr>
              <a:r>
                <a:t/>
              </a:r>
              <a:endParaRPr b="1" i="0" sz="1600" u="none">
                <a:solidFill>
                  <a:schemeClr val="lt1"/>
                </a:solidFill>
                <a:latin typeface="Microsoft YaHei"/>
                <a:ea typeface="Microsoft YaHei"/>
                <a:cs typeface="Microsoft YaHei"/>
                <a:sym typeface="Microsoft YaHei"/>
              </a:endParaRPr>
            </a:p>
          </p:txBody>
        </p:sp>
      </p:grpSp>
      <p:pic>
        <p:nvPicPr>
          <p:cNvPr id="1746" name="Google Shape;1746;p135"/>
          <p:cNvPicPr preferRelativeResize="0"/>
          <p:nvPr/>
        </p:nvPicPr>
        <p:blipFill rotWithShape="1">
          <a:blip r:embed="rId3">
            <a:alphaModFix/>
          </a:blip>
          <a:srcRect b="0" l="0" r="0" t="0"/>
          <a:stretch/>
        </p:blipFill>
        <p:spPr>
          <a:xfrm>
            <a:off x="2079878" y="1718452"/>
            <a:ext cx="5611008" cy="2857899"/>
          </a:xfrm>
          <a:prstGeom prst="rect">
            <a:avLst/>
          </a:prstGeom>
          <a:noFill/>
          <a:ln>
            <a:noFill/>
          </a:ln>
        </p:spPr>
      </p:pic>
    </p:spTree>
  </p:cSld>
  <p:clrMapOvr>
    <a:masterClrMapping/>
  </p:clrMapOvr>
  <p:transition spd="slow">
    <p:push/>
  </p:transition>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0" name="Shape 1750"/>
        <p:cNvGrpSpPr/>
        <p:nvPr/>
      </p:nvGrpSpPr>
      <p:grpSpPr>
        <a:xfrm>
          <a:off x="0" y="0"/>
          <a:ext cx="0" cy="0"/>
          <a:chOff x="0" y="0"/>
          <a:chExt cx="0" cy="0"/>
        </a:xfrm>
      </p:grpSpPr>
      <p:sp>
        <p:nvSpPr>
          <p:cNvPr id="1751" name="Google Shape;1751;p136"/>
          <p:cNvSpPr/>
          <p:nvPr/>
        </p:nvSpPr>
        <p:spPr>
          <a:xfrm flipH="1">
            <a:off x="593725" y="608378"/>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752" name="Google Shape;1752;p136"/>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753" name="Google Shape;1753;p136"/>
          <p:cNvGrpSpPr/>
          <p:nvPr/>
        </p:nvGrpSpPr>
        <p:grpSpPr>
          <a:xfrm>
            <a:off x="593725" y="238125"/>
            <a:ext cx="8550275" cy="361950"/>
            <a:chOff x="0" y="0"/>
            <a:chExt cx="8550524" cy="362139"/>
          </a:xfrm>
        </p:grpSpPr>
        <p:sp>
          <p:nvSpPr>
            <p:cNvPr id="1754" name="Google Shape;1754;p136"/>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755" name="Google Shape;1755;p136"/>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756" name="Google Shape;1756;p136"/>
          <p:cNvGrpSpPr/>
          <p:nvPr/>
        </p:nvGrpSpPr>
        <p:grpSpPr>
          <a:xfrm>
            <a:off x="0" y="600075"/>
            <a:ext cx="4847303" cy="539750"/>
            <a:chOff x="0" y="0"/>
            <a:chExt cx="3807075" cy="540000"/>
          </a:xfrm>
        </p:grpSpPr>
        <p:grpSp>
          <p:nvGrpSpPr>
            <p:cNvPr id="1757" name="Google Shape;1757;p136"/>
            <p:cNvGrpSpPr/>
            <p:nvPr/>
          </p:nvGrpSpPr>
          <p:grpSpPr>
            <a:xfrm>
              <a:off x="0" y="0"/>
              <a:ext cx="3807075" cy="540000"/>
              <a:chOff x="0" y="0"/>
              <a:chExt cx="3807075" cy="540000"/>
            </a:xfrm>
          </p:grpSpPr>
          <p:sp>
            <p:nvSpPr>
              <p:cNvPr id="1758" name="Google Shape;1758;p136"/>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Arrow Function</a:t>
                </a:r>
                <a:endParaRPr/>
              </a:p>
            </p:txBody>
          </p:sp>
          <p:sp>
            <p:nvSpPr>
              <p:cNvPr id="1759" name="Google Shape;1759;p136"/>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760" name="Google Shape;1760;p136"/>
            <p:cNvSpPr/>
            <p:nvPr/>
          </p:nvSpPr>
          <p:spPr>
            <a:xfrm>
              <a:off x="268835" y="101328"/>
              <a:ext cx="309900" cy="337341"/>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Arial"/>
                <a:buNone/>
              </a:pPr>
              <a:r>
                <a:t/>
              </a:r>
              <a:endParaRPr b="1" i="0" sz="1600" u="none">
                <a:solidFill>
                  <a:schemeClr val="lt1"/>
                </a:solidFill>
                <a:latin typeface="Microsoft YaHei"/>
                <a:ea typeface="Microsoft YaHei"/>
                <a:cs typeface="Microsoft YaHei"/>
                <a:sym typeface="Microsoft YaHei"/>
              </a:endParaRPr>
            </a:p>
          </p:txBody>
        </p:sp>
      </p:grpSp>
      <p:pic>
        <p:nvPicPr>
          <p:cNvPr id="1761" name="Google Shape;1761;p136"/>
          <p:cNvPicPr preferRelativeResize="0"/>
          <p:nvPr/>
        </p:nvPicPr>
        <p:blipFill rotWithShape="1">
          <a:blip r:embed="rId3">
            <a:alphaModFix/>
          </a:blip>
          <a:srcRect b="0" l="0" r="0" t="0"/>
          <a:stretch/>
        </p:blipFill>
        <p:spPr>
          <a:xfrm>
            <a:off x="2296423" y="1428234"/>
            <a:ext cx="5101760" cy="3354029"/>
          </a:xfrm>
          <a:prstGeom prst="rect">
            <a:avLst/>
          </a:prstGeom>
          <a:noFill/>
          <a:ln>
            <a:noFill/>
          </a:ln>
        </p:spPr>
      </p:pic>
    </p:spTree>
  </p:cSld>
  <p:clrMapOvr>
    <a:masterClrMapping/>
  </p:clrMapOvr>
  <p:transition spd="slow">
    <p:push/>
  </p:transition>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5" name="Shape 1765"/>
        <p:cNvGrpSpPr/>
        <p:nvPr/>
      </p:nvGrpSpPr>
      <p:grpSpPr>
        <a:xfrm>
          <a:off x="0" y="0"/>
          <a:ext cx="0" cy="0"/>
          <a:chOff x="0" y="0"/>
          <a:chExt cx="0" cy="0"/>
        </a:xfrm>
      </p:grpSpPr>
      <p:sp>
        <p:nvSpPr>
          <p:cNvPr id="1766" name="Google Shape;1766;p137"/>
          <p:cNvSpPr/>
          <p:nvPr/>
        </p:nvSpPr>
        <p:spPr>
          <a:xfrm flipH="1">
            <a:off x="593725" y="608378"/>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767" name="Google Shape;1767;p137"/>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768" name="Google Shape;1768;p137"/>
          <p:cNvGrpSpPr/>
          <p:nvPr/>
        </p:nvGrpSpPr>
        <p:grpSpPr>
          <a:xfrm>
            <a:off x="593725" y="238125"/>
            <a:ext cx="8550275" cy="361950"/>
            <a:chOff x="0" y="0"/>
            <a:chExt cx="8550524" cy="362139"/>
          </a:xfrm>
        </p:grpSpPr>
        <p:sp>
          <p:nvSpPr>
            <p:cNvPr id="1769" name="Google Shape;1769;p137"/>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chemeClr val="dk1"/>
                </a:solidFill>
                <a:latin typeface="Calibri"/>
                <a:ea typeface="Calibri"/>
                <a:cs typeface="Calibri"/>
                <a:sym typeface="Calibri"/>
              </a:endParaRPr>
            </a:p>
          </p:txBody>
        </p:sp>
        <p:sp>
          <p:nvSpPr>
            <p:cNvPr id="1770" name="Google Shape;1770;p137"/>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chemeClr val="dk1"/>
                </a:solidFill>
                <a:latin typeface="Calibri"/>
                <a:ea typeface="Calibri"/>
                <a:cs typeface="Calibri"/>
                <a:sym typeface="Calibri"/>
              </a:endParaRPr>
            </a:p>
          </p:txBody>
        </p:sp>
      </p:grpSp>
      <p:grpSp>
        <p:nvGrpSpPr>
          <p:cNvPr id="1771" name="Google Shape;1771;p137"/>
          <p:cNvGrpSpPr/>
          <p:nvPr/>
        </p:nvGrpSpPr>
        <p:grpSpPr>
          <a:xfrm>
            <a:off x="0" y="600075"/>
            <a:ext cx="4847303" cy="539750"/>
            <a:chOff x="0" y="0"/>
            <a:chExt cx="3807075" cy="540000"/>
          </a:xfrm>
        </p:grpSpPr>
        <p:grpSp>
          <p:nvGrpSpPr>
            <p:cNvPr id="1772" name="Google Shape;1772;p137"/>
            <p:cNvGrpSpPr/>
            <p:nvPr/>
          </p:nvGrpSpPr>
          <p:grpSpPr>
            <a:xfrm>
              <a:off x="0" y="0"/>
              <a:ext cx="3807075" cy="540000"/>
              <a:chOff x="0" y="0"/>
              <a:chExt cx="3807075" cy="540000"/>
            </a:xfrm>
          </p:grpSpPr>
          <p:sp>
            <p:nvSpPr>
              <p:cNvPr id="1773" name="Google Shape;1773;p137"/>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Functions</a:t>
                </a:r>
                <a:endParaRPr/>
              </a:p>
            </p:txBody>
          </p:sp>
          <p:sp>
            <p:nvSpPr>
              <p:cNvPr id="1774" name="Google Shape;1774;p137"/>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775" name="Google Shape;1775;p137"/>
            <p:cNvSpPr/>
            <p:nvPr/>
          </p:nvSpPr>
          <p:spPr>
            <a:xfrm>
              <a:off x="268835" y="101328"/>
              <a:ext cx="309900" cy="337341"/>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Arial"/>
                <a:buNone/>
              </a:pPr>
              <a:r>
                <a:t/>
              </a:r>
              <a:endParaRPr b="1" i="0" sz="1600" u="none">
                <a:solidFill>
                  <a:schemeClr val="lt1"/>
                </a:solidFill>
                <a:latin typeface="Microsoft YaHei"/>
                <a:ea typeface="Microsoft YaHei"/>
                <a:cs typeface="Microsoft YaHei"/>
                <a:sym typeface="Microsoft YaHei"/>
              </a:endParaRPr>
            </a:p>
          </p:txBody>
        </p:sp>
      </p:grpSp>
      <p:sp>
        <p:nvSpPr>
          <p:cNvPr id="1776" name="Google Shape;1776;p137"/>
          <p:cNvSpPr/>
          <p:nvPr/>
        </p:nvSpPr>
        <p:spPr>
          <a:xfrm>
            <a:off x="1297305" y="1397000"/>
            <a:ext cx="7846695" cy="1631216"/>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000"/>
              <a:buFont typeface="Arial"/>
              <a:buChar char="•"/>
            </a:pPr>
            <a:r>
              <a:rPr b="0" i="0" lang="en" sz="2000" u="none">
                <a:solidFill>
                  <a:schemeClr val="dk1"/>
                </a:solidFill>
                <a:latin typeface="Calibri"/>
                <a:ea typeface="Calibri"/>
                <a:cs typeface="Calibri"/>
                <a:sym typeface="Calibri"/>
              </a:rPr>
              <a:t>We can use functions to do many exciting things.</a:t>
            </a:r>
            <a:endParaRPr/>
          </a:p>
          <a:p>
            <a:pPr indent="-215900" lvl="0" marL="342900" marR="0" rtl="0" algn="l">
              <a:lnSpc>
                <a:spcPct val="100000"/>
              </a:lnSpc>
              <a:spcBef>
                <a:spcPts val="0"/>
              </a:spcBef>
              <a:spcAft>
                <a:spcPts val="0"/>
              </a:spcAft>
              <a:buClr>
                <a:schemeClr val="dk1"/>
              </a:buClr>
              <a:buSzPts val="2000"/>
              <a:buFont typeface="Arial"/>
              <a:buNone/>
            </a:pPr>
            <a:r>
              <a:t/>
            </a:r>
            <a:endParaRPr b="0" i="0" sz="2000" u="non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2000"/>
              <a:buFont typeface="Arial"/>
              <a:buChar char="•"/>
            </a:pPr>
            <a:r>
              <a:rPr b="0" i="0" lang="en" sz="2000" u="none">
                <a:solidFill>
                  <a:schemeClr val="dk1"/>
                </a:solidFill>
                <a:latin typeface="Calibri"/>
                <a:ea typeface="Calibri"/>
                <a:cs typeface="Calibri"/>
                <a:sym typeface="Calibri"/>
              </a:rPr>
              <a:t>Functions calling another Function</a:t>
            </a:r>
            <a:endParaRPr/>
          </a:p>
          <a:p>
            <a:pPr indent="0" lvl="0" marL="0" marR="0" rtl="0" algn="l">
              <a:lnSpc>
                <a:spcPct val="100000"/>
              </a:lnSpc>
              <a:spcBef>
                <a:spcPts val="0"/>
              </a:spcBef>
              <a:spcAft>
                <a:spcPts val="0"/>
              </a:spcAft>
              <a:buClr>
                <a:schemeClr val="dk1"/>
              </a:buClr>
              <a:buSzPts val="2000"/>
              <a:buFont typeface="Arial"/>
              <a:buNone/>
            </a:pPr>
            <a:r>
              <a:t/>
            </a:r>
            <a:endParaRPr b="0" i="0" sz="2000" u="none">
              <a:solidFill>
                <a:schemeClr val="dk1"/>
              </a:solidFill>
              <a:latin typeface="Calibri"/>
              <a:ea typeface="Calibri"/>
              <a:cs typeface="Calibri"/>
              <a:sym typeface="Calibri"/>
            </a:endParaRPr>
          </a:p>
          <a:p>
            <a:pPr indent="-215900" lvl="0" marL="342900" marR="0" rtl="0" algn="l">
              <a:lnSpc>
                <a:spcPct val="100000"/>
              </a:lnSpc>
              <a:spcBef>
                <a:spcPts val="0"/>
              </a:spcBef>
              <a:spcAft>
                <a:spcPts val="0"/>
              </a:spcAft>
              <a:buClr>
                <a:schemeClr val="dk1"/>
              </a:buClr>
              <a:buSzPts val="2000"/>
              <a:buFont typeface="Arial"/>
              <a:buNone/>
            </a:pPr>
            <a:r>
              <a:t/>
            </a:r>
            <a:endParaRPr b="0" i="0" sz="2000" u="none">
              <a:solidFill>
                <a:schemeClr val="dk1"/>
              </a:solidFill>
              <a:latin typeface="Calibri"/>
              <a:ea typeface="Calibri"/>
              <a:cs typeface="Calibri"/>
              <a:sym typeface="Calibri"/>
            </a:endParaRPr>
          </a:p>
        </p:txBody>
      </p:sp>
    </p:spTree>
  </p:cSld>
  <p:clrMapOvr>
    <a:masterClrMapping/>
  </p:clrMapOvr>
  <p:transition spd="slow">
    <p:push/>
  </p:transition>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0" name="Shape 1780"/>
        <p:cNvGrpSpPr/>
        <p:nvPr/>
      </p:nvGrpSpPr>
      <p:grpSpPr>
        <a:xfrm>
          <a:off x="0" y="0"/>
          <a:ext cx="0" cy="0"/>
          <a:chOff x="0" y="0"/>
          <a:chExt cx="0" cy="0"/>
        </a:xfrm>
      </p:grpSpPr>
      <p:sp>
        <p:nvSpPr>
          <p:cNvPr id="1781" name="Google Shape;1781;p138"/>
          <p:cNvSpPr/>
          <p:nvPr/>
        </p:nvSpPr>
        <p:spPr>
          <a:xfrm flipH="1">
            <a:off x="593725" y="608378"/>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782" name="Google Shape;1782;p138"/>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783" name="Google Shape;1783;p138"/>
          <p:cNvGrpSpPr/>
          <p:nvPr/>
        </p:nvGrpSpPr>
        <p:grpSpPr>
          <a:xfrm>
            <a:off x="593725" y="238125"/>
            <a:ext cx="8550275" cy="361950"/>
            <a:chOff x="0" y="0"/>
            <a:chExt cx="8550524" cy="362139"/>
          </a:xfrm>
        </p:grpSpPr>
        <p:sp>
          <p:nvSpPr>
            <p:cNvPr id="1784" name="Google Shape;1784;p138"/>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chemeClr val="dk1"/>
                </a:solidFill>
                <a:latin typeface="Calibri"/>
                <a:ea typeface="Calibri"/>
                <a:cs typeface="Calibri"/>
                <a:sym typeface="Calibri"/>
              </a:endParaRPr>
            </a:p>
          </p:txBody>
        </p:sp>
        <p:sp>
          <p:nvSpPr>
            <p:cNvPr id="1785" name="Google Shape;1785;p138"/>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chemeClr val="dk1"/>
                </a:solidFill>
                <a:latin typeface="Calibri"/>
                <a:ea typeface="Calibri"/>
                <a:cs typeface="Calibri"/>
                <a:sym typeface="Calibri"/>
              </a:endParaRPr>
            </a:p>
          </p:txBody>
        </p:sp>
      </p:grpSp>
      <p:grpSp>
        <p:nvGrpSpPr>
          <p:cNvPr id="1786" name="Google Shape;1786;p138"/>
          <p:cNvGrpSpPr/>
          <p:nvPr/>
        </p:nvGrpSpPr>
        <p:grpSpPr>
          <a:xfrm>
            <a:off x="0" y="600075"/>
            <a:ext cx="4847303" cy="539750"/>
            <a:chOff x="0" y="0"/>
            <a:chExt cx="3807075" cy="540000"/>
          </a:xfrm>
        </p:grpSpPr>
        <p:grpSp>
          <p:nvGrpSpPr>
            <p:cNvPr id="1787" name="Google Shape;1787;p138"/>
            <p:cNvGrpSpPr/>
            <p:nvPr/>
          </p:nvGrpSpPr>
          <p:grpSpPr>
            <a:xfrm>
              <a:off x="0" y="0"/>
              <a:ext cx="3807075" cy="540000"/>
              <a:chOff x="0" y="0"/>
              <a:chExt cx="3807075" cy="540000"/>
            </a:xfrm>
          </p:grpSpPr>
          <p:sp>
            <p:nvSpPr>
              <p:cNvPr id="1788" name="Google Shape;1788;p138"/>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Functions</a:t>
                </a:r>
                <a:endParaRPr/>
              </a:p>
            </p:txBody>
          </p:sp>
          <p:sp>
            <p:nvSpPr>
              <p:cNvPr id="1789" name="Google Shape;1789;p138"/>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790" name="Google Shape;1790;p138"/>
            <p:cNvSpPr/>
            <p:nvPr/>
          </p:nvSpPr>
          <p:spPr>
            <a:xfrm>
              <a:off x="268835" y="101328"/>
              <a:ext cx="309900" cy="337341"/>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Arial"/>
                <a:buNone/>
              </a:pPr>
              <a:r>
                <a:t/>
              </a:r>
              <a:endParaRPr b="1" i="0" sz="1600" u="none">
                <a:solidFill>
                  <a:schemeClr val="lt1"/>
                </a:solidFill>
                <a:latin typeface="Microsoft YaHei"/>
                <a:ea typeface="Microsoft YaHei"/>
                <a:cs typeface="Microsoft YaHei"/>
                <a:sym typeface="Microsoft YaHei"/>
              </a:endParaRPr>
            </a:p>
          </p:txBody>
        </p:sp>
      </p:grpSp>
      <p:pic>
        <p:nvPicPr>
          <p:cNvPr id="1791" name="Google Shape;1791;p138"/>
          <p:cNvPicPr preferRelativeResize="0"/>
          <p:nvPr/>
        </p:nvPicPr>
        <p:blipFill rotWithShape="1">
          <a:blip r:embed="rId3">
            <a:alphaModFix/>
          </a:blip>
          <a:srcRect b="0" l="0" r="0" t="0"/>
          <a:stretch/>
        </p:blipFill>
        <p:spPr>
          <a:xfrm>
            <a:off x="1163278" y="1295585"/>
            <a:ext cx="7771157" cy="3609076"/>
          </a:xfrm>
          <a:prstGeom prst="rect">
            <a:avLst/>
          </a:prstGeom>
          <a:noFill/>
          <a:ln>
            <a:noFill/>
          </a:ln>
        </p:spPr>
      </p:pic>
    </p:spTree>
  </p:cSld>
  <p:clrMapOvr>
    <a:masterClrMapping/>
  </p:clrMapOvr>
  <p:transition spd="slow">
    <p:push/>
  </p:transition>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5" name="Shape 1795"/>
        <p:cNvGrpSpPr/>
        <p:nvPr/>
      </p:nvGrpSpPr>
      <p:grpSpPr>
        <a:xfrm>
          <a:off x="0" y="0"/>
          <a:ext cx="0" cy="0"/>
          <a:chOff x="0" y="0"/>
          <a:chExt cx="0" cy="0"/>
        </a:xfrm>
      </p:grpSpPr>
      <p:sp>
        <p:nvSpPr>
          <p:cNvPr id="1796" name="Google Shape;1796;p139"/>
          <p:cNvSpPr/>
          <p:nvPr/>
        </p:nvSpPr>
        <p:spPr>
          <a:xfrm flipH="1">
            <a:off x="593725" y="608378"/>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797" name="Google Shape;1797;p139"/>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798" name="Google Shape;1798;p139"/>
          <p:cNvGrpSpPr/>
          <p:nvPr/>
        </p:nvGrpSpPr>
        <p:grpSpPr>
          <a:xfrm>
            <a:off x="593725" y="238125"/>
            <a:ext cx="8550275" cy="361950"/>
            <a:chOff x="0" y="0"/>
            <a:chExt cx="8550524" cy="362139"/>
          </a:xfrm>
        </p:grpSpPr>
        <p:sp>
          <p:nvSpPr>
            <p:cNvPr id="1799" name="Google Shape;1799;p139"/>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chemeClr val="dk1"/>
                </a:solidFill>
                <a:latin typeface="Calibri"/>
                <a:ea typeface="Calibri"/>
                <a:cs typeface="Calibri"/>
                <a:sym typeface="Calibri"/>
              </a:endParaRPr>
            </a:p>
          </p:txBody>
        </p:sp>
        <p:sp>
          <p:nvSpPr>
            <p:cNvPr id="1800" name="Google Shape;1800;p139"/>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chemeClr val="dk1"/>
                </a:solidFill>
                <a:latin typeface="Calibri"/>
                <a:ea typeface="Calibri"/>
                <a:cs typeface="Calibri"/>
                <a:sym typeface="Calibri"/>
              </a:endParaRPr>
            </a:p>
          </p:txBody>
        </p:sp>
      </p:grpSp>
      <p:grpSp>
        <p:nvGrpSpPr>
          <p:cNvPr id="1801" name="Google Shape;1801;p139"/>
          <p:cNvGrpSpPr/>
          <p:nvPr/>
        </p:nvGrpSpPr>
        <p:grpSpPr>
          <a:xfrm>
            <a:off x="0" y="600075"/>
            <a:ext cx="4847303" cy="539750"/>
            <a:chOff x="0" y="0"/>
            <a:chExt cx="3807075" cy="540000"/>
          </a:xfrm>
        </p:grpSpPr>
        <p:grpSp>
          <p:nvGrpSpPr>
            <p:cNvPr id="1802" name="Google Shape;1802;p139"/>
            <p:cNvGrpSpPr/>
            <p:nvPr/>
          </p:nvGrpSpPr>
          <p:grpSpPr>
            <a:xfrm>
              <a:off x="0" y="0"/>
              <a:ext cx="3807075" cy="540000"/>
              <a:chOff x="0" y="0"/>
              <a:chExt cx="3807075" cy="540000"/>
            </a:xfrm>
          </p:grpSpPr>
          <p:sp>
            <p:nvSpPr>
              <p:cNvPr id="1803" name="Google Shape;1803;p139"/>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Functions</a:t>
                </a:r>
                <a:endParaRPr/>
              </a:p>
            </p:txBody>
          </p:sp>
          <p:sp>
            <p:nvSpPr>
              <p:cNvPr id="1804" name="Google Shape;1804;p139"/>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805" name="Google Shape;1805;p139"/>
            <p:cNvSpPr/>
            <p:nvPr/>
          </p:nvSpPr>
          <p:spPr>
            <a:xfrm>
              <a:off x="268835" y="101328"/>
              <a:ext cx="309900" cy="337341"/>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Arial"/>
                <a:buNone/>
              </a:pPr>
              <a:r>
                <a:t/>
              </a:r>
              <a:endParaRPr b="1" i="0" sz="1600" u="none">
                <a:solidFill>
                  <a:schemeClr val="lt1"/>
                </a:solidFill>
                <a:latin typeface="Microsoft YaHei"/>
                <a:ea typeface="Microsoft YaHei"/>
                <a:cs typeface="Microsoft YaHei"/>
                <a:sym typeface="Microsoft YaHei"/>
              </a:endParaRPr>
            </a:p>
          </p:txBody>
        </p:sp>
      </p:grpSp>
      <p:pic>
        <p:nvPicPr>
          <p:cNvPr id="1806" name="Google Shape;1806;p139"/>
          <p:cNvPicPr preferRelativeResize="0"/>
          <p:nvPr/>
        </p:nvPicPr>
        <p:blipFill rotWithShape="1">
          <a:blip r:embed="rId3">
            <a:alphaModFix/>
          </a:blip>
          <a:srcRect b="0" l="0" r="0" t="0"/>
          <a:stretch/>
        </p:blipFill>
        <p:spPr>
          <a:xfrm>
            <a:off x="1337179" y="1313279"/>
            <a:ext cx="7423355" cy="3668246"/>
          </a:xfrm>
          <a:prstGeom prst="rect">
            <a:avLst/>
          </a:prstGeom>
          <a:noFill/>
          <a:ln>
            <a:noFill/>
          </a:ln>
        </p:spPr>
      </p:pic>
    </p:spTree>
  </p:cSld>
  <p:clrMapOvr>
    <a:masterClrMapping/>
  </p:clrMapOvr>
  <p:transition spd="slow">
    <p:push/>
  </p:transition>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0" name="Shape 1810"/>
        <p:cNvGrpSpPr/>
        <p:nvPr/>
      </p:nvGrpSpPr>
      <p:grpSpPr>
        <a:xfrm>
          <a:off x="0" y="0"/>
          <a:ext cx="0" cy="0"/>
          <a:chOff x="0" y="0"/>
          <a:chExt cx="0" cy="0"/>
        </a:xfrm>
      </p:grpSpPr>
      <p:sp>
        <p:nvSpPr>
          <p:cNvPr id="1811" name="Google Shape;1811;p140"/>
          <p:cNvSpPr/>
          <p:nvPr/>
        </p:nvSpPr>
        <p:spPr>
          <a:xfrm flipH="1">
            <a:off x="593725" y="60007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812" name="Google Shape;1812;p140"/>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813" name="Google Shape;1813;p140"/>
          <p:cNvGrpSpPr/>
          <p:nvPr/>
        </p:nvGrpSpPr>
        <p:grpSpPr>
          <a:xfrm>
            <a:off x="593725" y="238347"/>
            <a:ext cx="8550275" cy="361950"/>
            <a:chOff x="0" y="0"/>
            <a:chExt cx="8550524" cy="362139"/>
          </a:xfrm>
        </p:grpSpPr>
        <p:sp>
          <p:nvSpPr>
            <p:cNvPr id="1814" name="Google Shape;1814;p140"/>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815" name="Google Shape;1815;p140"/>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816" name="Google Shape;1816;p140"/>
          <p:cNvGrpSpPr/>
          <p:nvPr/>
        </p:nvGrpSpPr>
        <p:grpSpPr>
          <a:xfrm>
            <a:off x="0" y="600074"/>
            <a:ext cx="3806825" cy="539750"/>
            <a:chOff x="0" y="0"/>
            <a:chExt cx="3807075" cy="540000"/>
          </a:xfrm>
        </p:grpSpPr>
        <p:sp>
          <p:nvSpPr>
            <p:cNvPr id="1817" name="Google Shape;1817;p140"/>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Arrays</a:t>
              </a:r>
              <a:endParaRPr/>
            </a:p>
          </p:txBody>
        </p:sp>
        <p:sp>
          <p:nvSpPr>
            <p:cNvPr id="1818" name="Google Shape;1818;p140"/>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819" name="Google Shape;1819;p140"/>
          <p:cNvSpPr txBox="1"/>
          <p:nvPr/>
        </p:nvSpPr>
        <p:spPr>
          <a:xfrm>
            <a:off x="1950987" y="1718955"/>
            <a:ext cx="7193013" cy="2308837"/>
          </a:xfrm>
          <a:prstGeom prst="rect">
            <a:avLst/>
          </a:prstGeom>
          <a:noFill/>
          <a:ln>
            <a:noFill/>
          </a:ln>
        </p:spPr>
        <p:txBody>
          <a:bodyPr anchorCtr="0" anchor="t" bIns="45700" lIns="91425" spcFirstLastPara="1" rIns="91425" wrap="square" tIns="45700">
            <a:spAutoFit/>
          </a:bodyPr>
          <a:lstStyle/>
          <a:p>
            <a:pPr indent="-196850" lvl="0" marL="285750" marR="0" rtl="0" algn="l">
              <a:lnSpc>
                <a:spcPct val="150000"/>
              </a:lnSpc>
              <a:spcBef>
                <a:spcPts val="0"/>
              </a:spcBef>
              <a:spcAft>
                <a:spcPts val="0"/>
              </a:spcAft>
              <a:buClr>
                <a:schemeClr val="dk1"/>
              </a:buClr>
              <a:buSzPts val="1400"/>
              <a:buFont typeface="Arial"/>
              <a:buNone/>
            </a:pPr>
            <a:r>
              <a:t/>
            </a:r>
            <a:endParaRPr b="0" i="0" sz="1400" u="none">
              <a:solidFill>
                <a:schemeClr val="dk1"/>
              </a:solidFill>
              <a:latin typeface="Arial"/>
              <a:ea typeface="Arial"/>
              <a:cs typeface="Arial"/>
              <a:sym typeface="Arial"/>
            </a:endParaRPr>
          </a:p>
          <a:p>
            <a:pPr indent="-196850" lvl="0" marL="285750" marR="0" rtl="0" algn="l">
              <a:lnSpc>
                <a:spcPct val="150000"/>
              </a:lnSpc>
              <a:spcBef>
                <a:spcPts val="0"/>
              </a:spcBef>
              <a:spcAft>
                <a:spcPts val="0"/>
              </a:spcAft>
              <a:buClr>
                <a:schemeClr val="dk1"/>
              </a:buClr>
              <a:buSzPts val="1400"/>
              <a:buFont typeface="Arial"/>
              <a:buNone/>
            </a:pPr>
            <a:r>
              <a:t/>
            </a:r>
            <a:endParaRPr b="0" i="0" sz="1400" u="none">
              <a:solidFill>
                <a:schemeClr val="dk1"/>
              </a:solidFill>
              <a:latin typeface="Arial"/>
              <a:ea typeface="Arial"/>
              <a:cs typeface="Arial"/>
              <a:sym typeface="Arial"/>
            </a:endParaRPr>
          </a:p>
          <a:p>
            <a:pPr indent="-196850" lvl="0" marL="285750" marR="0" rtl="0" algn="l">
              <a:lnSpc>
                <a:spcPct val="150000"/>
              </a:lnSpc>
              <a:spcBef>
                <a:spcPts val="0"/>
              </a:spcBef>
              <a:spcAft>
                <a:spcPts val="0"/>
              </a:spcAft>
              <a:buClr>
                <a:schemeClr val="dk1"/>
              </a:buClr>
              <a:buSzPts val="1400"/>
              <a:buFont typeface="Arial"/>
              <a:buNone/>
            </a:pPr>
            <a:r>
              <a:t/>
            </a:r>
            <a:endParaRPr b="0" i="0" sz="1400" u="none">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400"/>
              <a:buFont typeface="Arial"/>
              <a:buChar char="•"/>
            </a:pPr>
            <a:r>
              <a:rPr b="0" i="0" lang="en" sz="2400" u="none">
                <a:solidFill>
                  <a:schemeClr val="dk1"/>
                </a:solidFill>
                <a:latin typeface="Arial"/>
                <a:ea typeface="Arial"/>
                <a:cs typeface="Arial"/>
                <a:sym typeface="Arial"/>
              </a:rPr>
              <a:t>Let’s first discuss about a </a:t>
            </a:r>
            <a:r>
              <a:rPr b="0" i="0" lang="en" sz="2400" u="none">
                <a:solidFill>
                  <a:srgbClr val="6666FF"/>
                </a:solidFill>
                <a:latin typeface="Arial"/>
                <a:ea typeface="Arial"/>
                <a:cs typeface="Arial"/>
                <a:sym typeface="Arial"/>
              </a:rPr>
              <a:t>Problem</a:t>
            </a:r>
            <a:r>
              <a:rPr b="0" i="0" lang="en" sz="2400" u="none">
                <a:solidFill>
                  <a:schemeClr val="dk1"/>
                </a:solidFill>
                <a:latin typeface="Arial"/>
                <a:ea typeface="Arial"/>
                <a:cs typeface="Arial"/>
                <a:sym typeface="Arial"/>
              </a:rPr>
              <a:t>?</a:t>
            </a:r>
            <a:endParaRPr/>
          </a:p>
          <a:p>
            <a:pPr indent="-133350" lvl="0" marL="285750" marR="0" rtl="0" algn="l">
              <a:lnSpc>
                <a:spcPct val="150000"/>
              </a:lnSpc>
              <a:spcBef>
                <a:spcPts val="0"/>
              </a:spcBef>
              <a:spcAft>
                <a:spcPts val="0"/>
              </a:spcAft>
              <a:buClr>
                <a:schemeClr val="dk1"/>
              </a:buClr>
              <a:buSzPts val="2400"/>
              <a:buFont typeface="Arial"/>
              <a:buNone/>
            </a:pPr>
            <a:r>
              <a:t/>
            </a:r>
            <a:endParaRPr b="0" baseline="-25000" i="0" sz="2400" u="non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2400"/>
              <a:buFont typeface="Arial"/>
              <a:buNone/>
            </a:pPr>
            <a:r>
              <a:t/>
            </a:r>
            <a:endParaRPr b="0" baseline="-25000" i="0" sz="2400" u="none">
              <a:solidFill>
                <a:schemeClr val="dk1"/>
              </a:solidFill>
              <a:latin typeface="Arial"/>
              <a:ea typeface="Arial"/>
              <a:cs typeface="Arial"/>
              <a:sym typeface="Arial"/>
            </a:endParaRPr>
          </a:p>
        </p:txBody>
      </p:sp>
    </p:spTree>
  </p:cSld>
  <p:clrMapOvr>
    <a:masterClrMapping/>
  </p:clrMapOvr>
  <p:transition spd="slow">
    <p:push/>
  </p:transition>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3" name="Shape 1823"/>
        <p:cNvGrpSpPr/>
        <p:nvPr/>
      </p:nvGrpSpPr>
      <p:grpSpPr>
        <a:xfrm>
          <a:off x="0" y="0"/>
          <a:ext cx="0" cy="0"/>
          <a:chOff x="0" y="0"/>
          <a:chExt cx="0" cy="0"/>
        </a:xfrm>
      </p:grpSpPr>
      <p:sp>
        <p:nvSpPr>
          <p:cNvPr id="1824" name="Google Shape;1824;p141"/>
          <p:cNvSpPr/>
          <p:nvPr/>
        </p:nvSpPr>
        <p:spPr>
          <a:xfrm flipH="1">
            <a:off x="593725" y="60007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825" name="Google Shape;1825;p141"/>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826" name="Google Shape;1826;p141"/>
          <p:cNvGrpSpPr/>
          <p:nvPr/>
        </p:nvGrpSpPr>
        <p:grpSpPr>
          <a:xfrm>
            <a:off x="593725" y="238347"/>
            <a:ext cx="8550275" cy="361950"/>
            <a:chOff x="0" y="0"/>
            <a:chExt cx="8550524" cy="362139"/>
          </a:xfrm>
        </p:grpSpPr>
        <p:sp>
          <p:nvSpPr>
            <p:cNvPr id="1827" name="Google Shape;1827;p141"/>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828" name="Google Shape;1828;p141"/>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829" name="Google Shape;1829;p141"/>
          <p:cNvGrpSpPr/>
          <p:nvPr/>
        </p:nvGrpSpPr>
        <p:grpSpPr>
          <a:xfrm>
            <a:off x="0" y="600074"/>
            <a:ext cx="3806825" cy="539750"/>
            <a:chOff x="0" y="0"/>
            <a:chExt cx="3807075" cy="540000"/>
          </a:xfrm>
        </p:grpSpPr>
        <p:sp>
          <p:nvSpPr>
            <p:cNvPr id="1830" name="Google Shape;1830;p141"/>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Arrays</a:t>
              </a:r>
              <a:endParaRPr/>
            </a:p>
          </p:txBody>
        </p:sp>
        <p:sp>
          <p:nvSpPr>
            <p:cNvPr id="1831" name="Google Shape;1831;p141"/>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832" name="Google Shape;1832;p141"/>
          <p:cNvSpPr/>
          <p:nvPr/>
        </p:nvSpPr>
        <p:spPr>
          <a:xfrm>
            <a:off x="1297305" y="1397000"/>
            <a:ext cx="7846695" cy="3693319"/>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1800"/>
              <a:buFont typeface="Arial"/>
              <a:buChar char="•"/>
            </a:pPr>
            <a:r>
              <a:rPr b="0" i="0" lang="en" sz="1800" u="none">
                <a:solidFill>
                  <a:schemeClr val="dk1"/>
                </a:solidFill>
                <a:latin typeface="Arial"/>
                <a:ea typeface="Arial"/>
                <a:cs typeface="Arial"/>
                <a:sym typeface="Arial"/>
              </a:rPr>
              <a:t>Arrays are a fundamental data structure in JavaScript that allows you to store a collection of items in a single variable.</a:t>
            </a:r>
            <a:endParaRPr/>
          </a:p>
          <a:p>
            <a:pPr indent="0" lvl="0" marL="0" marR="0" rtl="0" algn="l">
              <a:lnSpc>
                <a:spcPct val="100000"/>
              </a:lnSpc>
              <a:spcBef>
                <a:spcPts val="0"/>
              </a:spcBef>
              <a:spcAft>
                <a:spcPts val="0"/>
              </a:spcAft>
              <a:buClr>
                <a:schemeClr val="dk1"/>
              </a:buClr>
              <a:buSzPts val="1800"/>
              <a:buFont typeface="Arial"/>
              <a:buNone/>
            </a:pPr>
            <a:r>
              <a:rPr b="0" i="0" lang="en" sz="1800" u="none">
                <a:solidFill>
                  <a:schemeClr val="dk1"/>
                </a:solidFill>
                <a:latin typeface="Arial"/>
                <a:ea typeface="Arial"/>
                <a:cs typeface="Arial"/>
                <a:sym typeface="Arial"/>
              </a:rPr>
              <a:t> </a:t>
            </a:r>
            <a:endParaRPr/>
          </a:p>
          <a:p>
            <a:pPr indent="-342900" lvl="0" marL="342900" marR="0" rtl="0" algn="l">
              <a:lnSpc>
                <a:spcPct val="100000"/>
              </a:lnSpc>
              <a:spcBef>
                <a:spcPts val="0"/>
              </a:spcBef>
              <a:spcAft>
                <a:spcPts val="0"/>
              </a:spcAft>
              <a:buClr>
                <a:schemeClr val="dk1"/>
              </a:buClr>
              <a:buSzPts val="1800"/>
              <a:buFont typeface="Arial"/>
              <a:buChar char="•"/>
            </a:pPr>
            <a:r>
              <a:rPr b="0" i="0" lang="en" sz="1800" u="none">
                <a:solidFill>
                  <a:schemeClr val="dk1"/>
                </a:solidFill>
                <a:latin typeface="Arial"/>
                <a:ea typeface="Arial"/>
                <a:cs typeface="Arial"/>
                <a:sym typeface="Arial"/>
              </a:rPr>
              <a:t>Each item in an array is called an element, and each element can be of any data type, including numbers, strings, Booleans, and even other arrays.</a:t>
            </a:r>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a:solidFill>
                <a:schemeClr val="dk1"/>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Arial"/>
              <a:buChar char="•"/>
            </a:pPr>
            <a:r>
              <a:rPr b="0" i="0" lang="en" sz="1800" u="none">
                <a:solidFill>
                  <a:schemeClr val="dk1"/>
                </a:solidFill>
                <a:latin typeface="Arial"/>
                <a:ea typeface="Arial"/>
                <a:cs typeface="Arial"/>
                <a:sym typeface="Arial"/>
              </a:rPr>
              <a:t>Arrays are created by enclosing a list of elements in square brackets, with each element separated by a comma.</a:t>
            </a:r>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a:solidFill>
                <a:schemeClr val="dk1"/>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Arial"/>
              <a:buChar char="•"/>
            </a:pPr>
            <a:r>
              <a:rPr b="0" i="0" lang="en" sz="1800" u="none">
                <a:solidFill>
                  <a:schemeClr val="dk1"/>
                </a:solidFill>
                <a:latin typeface="Arial"/>
                <a:ea typeface="Arial"/>
                <a:cs typeface="Arial"/>
                <a:sym typeface="Arial"/>
              </a:rPr>
              <a:t>let numbers = [1, 2, 3, 4, 5];</a:t>
            </a:r>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a:solidFill>
                <a:schemeClr val="dk1"/>
              </a:solidFill>
              <a:latin typeface="Arial"/>
              <a:ea typeface="Arial"/>
              <a:cs typeface="Arial"/>
              <a:sym typeface="Arial"/>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a:solidFill>
                <a:schemeClr val="dk1"/>
              </a:solidFill>
              <a:latin typeface="Arial"/>
              <a:ea typeface="Arial"/>
              <a:cs typeface="Arial"/>
              <a:sym typeface="Arial"/>
            </a:endParaRPr>
          </a:p>
        </p:txBody>
      </p:sp>
    </p:spTree>
  </p:cSld>
  <p:clrMapOvr>
    <a:masterClrMapping/>
  </p:clrMapOvr>
  <p:transition spd="slow">
    <p:push/>
  </p:transition>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6" name="Shape 1836"/>
        <p:cNvGrpSpPr/>
        <p:nvPr/>
      </p:nvGrpSpPr>
      <p:grpSpPr>
        <a:xfrm>
          <a:off x="0" y="0"/>
          <a:ext cx="0" cy="0"/>
          <a:chOff x="0" y="0"/>
          <a:chExt cx="0" cy="0"/>
        </a:xfrm>
      </p:grpSpPr>
      <p:sp>
        <p:nvSpPr>
          <p:cNvPr id="1837" name="Google Shape;1837;p142"/>
          <p:cNvSpPr/>
          <p:nvPr/>
        </p:nvSpPr>
        <p:spPr>
          <a:xfrm flipH="1">
            <a:off x="593725" y="60007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838" name="Google Shape;1838;p142"/>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839" name="Google Shape;1839;p142"/>
          <p:cNvGrpSpPr/>
          <p:nvPr/>
        </p:nvGrpSpPr>
        <p:grpSpPr>
          <a:xfrm>
            <a:off x="593725" y="238347"/>
            <a:ext cx="8550275" cy="361950"/>
            <a:chOff x="0" y="0"/>
            <a:chExt cx="8550524" cy="362139"/>
          </a:xfrm>
        </p:grpSpPr>
        <p:sp>
          <p:nvSpPr>
            <p:cNvPr id="1840" name="Google Shape;1840;p142"/>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841" name="Google Shape;1841;p142"/>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842" name="Google Shape;1842;p142"/>
          <p:cNvGrpSpPr/>
          <p:nvPr/>
        </p:nvGrpSpPr>
        <p:grpSpPr>
          <a:xfrm>
            <a:off x="0" y="600074"/>
            <a:ext cx="3806825" cy="539750"/>
            <a:chOff x="0" y="0"/>
            <a:chExt cx="3807075" cy="540000"/>
          </a:xfrm>
        </p:grpSpPr>
        <p:sp>
          <p:nvSpPr>
            <p:cNvPr id="1843" name="Google Shape;1843;p142"/>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Arrays</a:t>
              </a:r>
              <a:endParaRPr/>
            </a:p>
          </p:txBody>
        </p:sp>
        <p:sp>
          <p:nvSpPr>
            <p:cNvPr id="1844" name="Google Shape;1844;p142"/>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845" name="Google Shape;1845;p142"/>
          <p:cNvSpPr/>
          <p:nvPr/>
        </p:nvSpPr>
        <p:spPr>
          <a:xfrm>
            <a:off x="1297305" y="1397000"/>
            <a:ext cx="7846695" cy="2739211"/>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1800"/>
              <a:buFont typeface="Arial"/>
              <a:buChar char="•"/>
            </a:pPr>
            <a:r>
              <a:rPr b="0" i="0" lang="en" sz="1800" u="none">
                <a:solidFill>
                  <a:schemeClr val="dk1"/>
                </a:solidFill>
                <a:latin typeface="Arial"/>
                <a:ea typeface="Arial"/>
                <a:cs typeface="Arial"/>
                <a:sym typeface="Arial"/>
              </a:rPr>
              <a:t>How to Access?</a:t>
            </a:r>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a:solidFill>
                <a:schemeClr val="dk1"/>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You can access individual elements of an array using their index, which is a zero-based number indicating the position of the element in the array. For example, the first element of the "numbers" array would be accessed using the following code.</a:t>
            </a:r>
            <a:endParaRPr/>
          </a:p>
          <a:p>
            <a:pPr indent="-266700" lvl="0" marL="342900" marR="0" rtl="0" algn="l">
              <a:lnSpc>
                <a:spcPct val="100000"/>
              </a:lnSpc>
              <a:spcBef>
                <a:spcPts val="0"/>
              </a:spcBef>
              <a:spcAft>
                <a:spcPts val="0"/>
              </a:spcAft>
              <a:buClr>
                <a:schemeClr val="dk1"/>
              </a:buClr>
              <a:buSzPts val="1200"/>
              <a:buFont typeface="Arial"/>
              <a:buNone/>
            </a:pPr>
            <a:r>
              <a:t/>
            </a:r>
            <a:endParaRPr b="0" i="0" sz="1200" u="none">
              <a:solidFill>
                <a:schemeClr val="dk1"/>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let firstNumber = </a:t>
            </a:r>
            <a:r>
              <a:rPr b="0" i="0" lang="en" sz="1600" u="none">
                <a:solidFill>
                  <a:srgbClr val="6666FF"/>
                </a:solidFill>
                <a:latin typeface="Arial"/>
                <a:ea typeface="Arial"/>
                <a:cs typeface="Arial"/>
                <a:sym typeface="Arial"/>
              </a:rPr>
              <a:t>numbers[0];</a:t>
            </a:r>
            <a:endParaRPr/>
          </a:p>
          <a:p>
            <a:pPr indent="-241300" lvl="0" marL="342900" marR="0" rtl="0" algn="l">
              <a:lnSpc>
                <a:spcPct val="100000"/>
              </a:lnSpc>
              <a:spcBef>
                <a:spcPts val="0"/>
              </a:spcBef>
              <a:spcAft>
                <a:spcPts val="0"/>
              </a:spcAft>
              <a:buClr>
                <a:schemeClr val="dk1"/>
              </a:buClr>
              <a:buSzPts val="1600"/>
              <a:buFont typeface="Arial"/>
              <a:buNone/>
            </a:pPr>
            <a:r>
              <a:t/>
            </a:r>
            <a:endParaRPr b="0" i="0" sz="1600" u="none">
              <a:solidFill>
                <a:srgbClr val="6666FF"/>
              </a:solidFill>
              <a:latin typeface="Arial"/>
              <a:ea typeface="Arial"/>
              <a:cs typeface="Arial"/>
              <a:sym typeface="Arial"/>
            </a:endParaRPr>
          </a:p>
          <a:p>
            <a:pPr indent="-342900" lvl="0" marL="342900" marR="0" rtl="0" algn="l">
              <a:lnSpc>
                <a:spcPct val="100000"/>
              </a:lnSpc>
              <a:spcBef>
                <a:spcPts val="0"/>
              </a:spcBef>
              <a:spcAft>
                <a:spcPts val="0"/>
              </a:spcAft>
              <a:buClr>
                <a:srgbClr val="6666FF"/>
              </a:buClr>
              <a:buSzPts val="1600"/>
              <a:buFont typeface="Arial"/>
              <a:buChar char="•"/>
            </a:pPr>
            <a:r>
              <a:rPr b="0" i="0" lang="en" sz="1600" u="none">
                <a:solidFill>
                  <a:srgbClr val="6666FF"/>
                </a:solidFill>
                <a:latin typeface="Arial"/>
                <a:ea typeface="Arial"/>
                <a:cs typeface="Arial"/>
                <a:sym typeface="Arial"/>
              </a:rPr>
              <a:t>Arrays can have multiple data types in it.</a:t>
            </a:r>
            <a:endParaRPr/>
          </a:p>
          <a:p>
            <a:pPr indent="-266700" lvl="0" marL="342900" marR="0" rtl="0" algn="l">
              <a:lnSpc>
                <a:spcPct val="100000"/>
              </a:lnSpc>
              <a:spcBef>
                <a:spcPts val="0"/>
              </a:spcBef>
              <a:spcAft>
                <a:spcPts val="0"/>
              </a:spcAft>
              <a:buClr>
                <a:schemeClr val="dk1"/>
              </a:buClr>
              <a:buSzPts val="1200"/>
              <a:buFont typeface="Arial"/>
              <a:buNone/>
            </a:pPr>
            <a:r>
              <a:t/>
            </a:r>
            <a:endParaRPr b="0" i="0" sz="1200" u="none">
              <a:solidFill>
                <a:schemeClr val="dk1"/>
              </a:solidFill>
              <a:latin typeface="Arial"/>
              <a:ea typeface="Arial"/>
              <a:cs typeface="Arial"/>
              <a:sym typeface="Arial"/>
            </a:endParaRPr>
          </a:p>
          <a:p>
            <a:pPr indent="-241300" lvl="0" marL="342900" marR="0" rtl="0" algn="l">
              <a:lnSpc>
                <a:spcPct val="10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p:txBody>
      </p:sp>
    </p:spTree>
  </p:cSld>
  <p:clrMapOvr>
    <a:masterClrMapping/>
  </p:clrMapOvr>
  <p:transition spd="slow">
    <p:push/>
  </p:transition>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9" name="Shape 1849"/>
        <p:cNvGrpSpPr/>
        <p:nvPr/>
      </p:nvGrpSpPr>
      <p:grpSpPr>
        <a:xfrm>
          <a:off x="0" y="0"/>
          <a:ext cx="0" cy="0"/>
          <a:chOff x="0" y="0"/>
          <a:chExt cx="0" cy="0"/>
        </a:xfrm>
      </p:grpSpPr>
      <p:sp>
        <p:nvSpPr>
          <p:cNvPr id="1850" name="Google Shape;1850;p143"/>
          <p:cNvSpPr/>
          <p:nvPr/>
        </p:nvSpPr>
        <p:spPr>
          <a:xfrm flipH="1">
            <a:off x="593725" y="60007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851" name="Google Shape;1851;p143"/>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852" name="Google Shape;1852;p143"/>
          <p:cNvGrpSpPr/>
          <p:nvPr/>
        </p:nvGrpSpPr>
        <p:grpSpPr>
          <a:xfrm>
            <a:off x="593725" y="238347"/>
            <a:ext cx="8550275" cy="361950"/>
            <a:chOff x="0" y="0"/>
            <a:chExt cx="8550524" cy="362139"/>
          </a:xfrm>
        </p:grpSpPr>
        <p:sp>
          <p:nvSpPr>
            <p:cNvPr id="1853" name="Google Shape;1853;p143"/>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854" name="Google Shape;1854;p143"/>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855" name="Google Shape;1855;p143"/>
          <p:cNvGrpSpPr/>
          <p:nvPr/>
        </p:nvGrpSpPr>
        <p:grpSpPr>
          <a:xfrm>
            <a:off x="0" y="600074"/>
            <a:ext cx="3806825" cy="539750"/>
            <a:chOff x="0" y="0"/>
            <a:chExt cx="3807075" cy="540000"/>
          </a:xfrm>
        </p:grpSpPr>
        <p:sp>
          <p:nvSpPr>
            <p:cNvPr id="1856" name="Google Shape;1856;p143"/>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Arrays</a:t>
              </a:r>
              <a:endParaRPr/>
            </a:p>
          </p:txBody>
        </p:sp>
        <p:sp>
          <p:nvSpPr>
            <p:cNvPr id="1857" name="Google Shape;1857;p143"/>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858" name="Google Shape;1858;p143"/>
          <p:cNvSpPr/>
          <p:nvPr/>
        </p:nvSpPr>
        <p:spPr>
          <a:xfrm>
            <a:off x="1297305" y="1397000"/>
            <a:ext cx="7846695" cy="3284041"/>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1800"/>
              <a:buFont typeface="Arial"/>
              <a:buChar char="•"/>
            </a:pPr>
            <a:r>
              <a:rPr b="1" i="0" lang="en" sz="1800" u="none">
                <a:solidFill>
                  <a:schemeClr val="dk1"/>
                </a:solidFill>
                <a:latin typeface="Arial"/>
                <a:ea typeface="Arial"/>
                <a:cs typeface="Arial"/>
                <a:sym typeface="Arial"/>
              </a:rPr>
              <a:t>Arrays Methods</a:t>
            </a:r>
            <a:endParaRPr b="1" i="0" sz="1800" u="none">
              <a:solidFill>
                <a:schemeClr val="dk1"/>
              </a:solidFill>
              <a:latin typeface="Arial"/>
              <a:ea typeface="Arial"/>
              <a:cs typeface="Arial"/>
              <a:sym typeface="Arial"/>
            </a:endParaRPr>
          </a:p>
          <a:p>
            <a:pPr indent="-228600" lvl="0" marL="342900" marR="0" rtl="0" algn="l">
              <a:lnSpc>
                <a:spcPct val="100000"/>
              </a:lnSpc>
              <a:spcBef>
                <a:spcPts val="0"/>
              </a:spcBef>
              <a:spcAft>
                <a:spcPts val="0"/>
              </a:spcAft>
              <a:buClr>
                <a:schemeClr val="dk1"/>
              </a:buClr>
              <a:buSzPts val="1800"/>
              <a:buFont typeface="Arial"/>
              <a:buNone/>
            </a:pPr>
            <a:r>
              <a:t/>
            </a:r>
            <a:endParaRPr b="0" i="0" sz="1800" u="none">
              <a:solidFill>
                <a:schemeClr val="dk1"/>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Arrays have a variety of built-in methods that allow you to manipulate the elements, such as adding and removing elements, sorting, and searching</a:t>
            </a:r>
            <a:endParaRPr b="0" i="0" sz="1050" u="none">
              <a:solidFill>
                <a:schemeClr val="dk1"/>
              </a:solidFill>
              <a:latin typeface="Arial"/>
              <a:ea typeface="Arial"/>
              <a:cs typeface="Arial"/>
              <a:sym typeface="Arial"/>
            </a:endParaRPr>
          </a:p>
          <a:p>
            <a:pPr indent="-241300" lvl="0" marL="342900" marR="0" rtl="0" algn="l">
              <a:lnSpc>
                <a:spcPct val="10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342900" lvl="0" marL="342900" marR="0" rtl="0" algn="l">
              <a:lnSpc>
                <a:spcPct val="150000"/>
              </a:lnSpc>
              <a:spcBef>
                <a:spcPts val="0"/>
              </a:spcBef>
              <a:spcAft>
                <a:spcPts val="0"/>
              </a:spcAft>
              <a:buClr>
                <a:srgbClr val="6666FF"/>
              </a:buClr>
              <a:buSzPts val="1400"/>
              <a:buFont typeface="Arial"/>
              <a:buChar char="•"/>
            </a:pPr>
            <a:r>
              <a:rPr b="0" i="0" lang="en" sz="1400" u="none">
                <a:solidFill>
                  <a:srgbClr val="6666FF"/>
                </a:solidFill>
                <a:latin typeface="Arial"/>
                <a:ea typeface="Arial"/>
                <a:cs typeface="Arial"/>
                <a:sym typeface="Arial"/>
              </a:rPr>
              <a:t>push() : </a:t>
            </a:r>
            <a:r>
              <a:rPr b="0" i="0" lang="en" sz="1400" u="none">
                <a:solidFill>
                  <a:schemeClr val="dk1"/>
                </a:solidFill>
                <a:latin typeface="Arial"/>
                <a:ea typeface="Arial"/>
                <a:cs typeface="Arial"/>
                <a:sym typeface="Arial"/>
              </a:rPr>
              <a:t>which allows you to add an element to the end of an array.</a:t>
            </a:r>
            <a:endParaRPr/>
          </a:p>
          <a:p>
            <a:pPr indent="-342900" lvl="0" marL="342900" marR="0" rtl="0" algn="l">
              <a:lnSpc>
                <a:spcPct val="150000"/>
              </a:lnSpc>
              <a:spcBef>
                <a:spcPts val="0"/>
              </a:spcBef>
              <a:spcAft>
                <a:spcPts val="0"/>
              </a:spcAft>
              <a:buClr>
                <a:srgbClr val="6666FF"/>
              </a:buClr>
              <a:buSzPts val="1400"/>
              <a:buFont typeface="Arial"/>
              <a:buChar char="•"/>
            </a:pPr>
            <a:r>
              <a:rPr b="0" i="0" lang="en" sz="1400" u="none">
                <a:solidFill>
                  <a:srgbClr val="6666FF"/>
                </a:solidFill>
                <a:latin typeface="Arial"/>
                <a:ea typeface="Arial"/>
                <a:cs typeface="Arial"/>
                <a:sym typeface="Arial"/>
              </a:rPr>
              <a:t>pop() : </a:t>
            </a:r>
            <a:r>
              <a:rPr b="0" i="0" lang="en" sz="1400" u="none">
                <a:solidFill>
                  <a:schemeClr val="dk1"/>
                </a:solidFill>
                <a:latin typeface="Arial"/>
                <a:ea typeface="Arial"/>
                <a:cs typeface="Arial"/>
                <a:sym typeface="Arial"/>
              </a:rPr>
              <a:t>which removes the last element of an array.</a:t>
            </a:r>
            <a:endParaRPr/>
          </a:p>
          <a:p>
            <a:pPr indent="-342900" lvl="0" marL="342900" marR="0" rtl="0" algn="l">
              <a:lnSpc>
                <a:spcPct val="150000"/>
              </a:lnSpc>
              <a:spcBef>
                <a:spcPts val="0"/>
              </a:spcBef>
              <a:spcAft>
                <a:spcPts val="0"/>
              </a:spcAft>
              <a:buClr>
                <a:srgbClr val="6666FF"/>
              </a:buClr>
              <a:buSzPts val="1400"/>
              <a:buFont typeface="Arial"/>
              <a:buChar char="•"/>
            </a:pPr>
            <a:r>
              <a:rPr b="0" i="0" lang="en" sz="1400" u="none">
                <a:solidFill>
                  <a:srgbClr val="6666FF"/>
                </a:solidFill>
                <a:latin typeface="Arial"/>
                <a:ea typeface="Arial"/>
                <a:cs typeface="Arial"/>
                <a:sym typeface="Arial"/>
              </a:rPr>
              <a:t>unshift() : </a:t>
            </a:r>
            <a:r>
              <a:rPr b="0" i="0" lang="en" sz="1400" u="none">
                <a:solidFill>
                  <a:schemeClr val="dk1"/>
                </a:solidFill>
                <a:latin typeface="Arial"/>
                <a:ea typeface="Arial"/>
                <a:cs typeface="Arial"/>
                <a:sym typeface="Arial"/>
              </a:rPr>
              <a:t>which allows you to add an element to the beginning of an array.</a:t>
            </a:r>
            <a:endParaRPr/>
          </a:p>
          <a:p>
            <a:pPr indent="-342900" lvl="0" marL="342900" marR="0" rtl="0" algn="l">
              <a:lnSpc>
                <a:spcPct val="150000"/>
              </a:lnSpc>
              <a:spcBef>
                <a:spcPts val="0"/>
              </a:spcBef>
              <a:spcAft>
                <a:spcPts val="0"/>
              </a:spcAft>
              <a:buClr>
                <a:srgbClr val="6666FF"/>
              </a:buClr>
              <a:buSzPts val="1400"/>
              <a:buFont typeface="Arial"/>
              <a:buChar char="•"/>
            </a:pPr>
            <a:r>
              <a:rPr b="0" i="0" lang="en" sz="1400" u="none">
                <a:solidFill>
                  <a:srgbClr val="6666FF"/>
                </a:solidFill>
                <a:latin typeface="Arial"/>
                <a:ea typeface="Arial"/>
                <a:cs typeface="Arial"/>
                <a:sym typeface="Arial"/>
              </a:rPr>
              <a:t>shift() : </a:t>
            </a:r>
            <a:r>
              <a:rPr b="0" i="0" lang="en" sz="1400" u="none">
                <a:solidFill>
                  <a:schemeClr val="dk1"/>
                </a:solidFill>
                <a:latin typeface="Arial"/>
                <a:ea typeface="Arial"/>
                <a:cs typeface="Arial"/>
                <a:sym typeface="Arial"/>
              </a:rPr>
              <a:t>which removes the first element of an array.</a:t>
            </a:r>
            <a:endParaRPr/>
          </a:p>
          <a:p>
            <a:pPr indent="-342900" lvl="0" marL="342900" marR="0" rtl="0" algn="l">
              <a:lnSpc>
                <a:spcPct val="150000"/>
              </a:lnSpc>
              <a:spcBef>
                <a:spcPts val="0"/>
              </a:spcBef>
              <a:spcAft>
                <a:spcPts val="0"/>
              </a:spcAft>
              <a:buClr>
                <a:srgbClr val="6666FF"/>
              </a:buClr>
              <a:buSzPts val="1400"/>
              <a:buFont typeface="Arial"/>
              <a:buChar char="•"/>
            </a:pPr>
            <a:r>
              <a:rPr b="0" i="0" lang="en" sz="1400" u="none">
                <a:solidFill>
                  <a:srgbClr val="6666FF"/>
                </a:solidFill>
                <a:latin typeface="Arial"/>
                <a:ea typeface="Arial"/>
                <a:cs typeface="Arial"/>
                <a:sym typeface="Arial"/>
              </a:rPr>
              <a:t>sort() : </a:t>
            </a:r>
            <a:r>
              <a:rPr b="0" i="0" lang="en" sz="1400" u="none">
                <a:solidFill>
                  <a:schemeClr val="dk1"/>
                </a:solidFill>
                <a:latin typeface="Arial"/>
                <a:ea typeface="Arial"/>
                <a:cs typeface="Arial"/>
                <a:sym typeface="Arial"/>
              </a:rPr>
              <a:t>which sorts the elements of an array.</a:t>
            </a:r>
            <a:endParaRPr/>
          </a:p>
          <a:p>
            <a:pPr indent="-342900" lvl="0" marL="342900" marR="0" rtl="0" algn="l">
              <a:lnSpc>
                <a:spcPct val="150000"/>
              </a:lnSpc>
              <a:spcBef>
                <a:spcPts val="0"/>
              </a:spcBef>
              <a:spcAft>
                <a:spcPts val="0"/>
              </a:spcAft>
              <a:buClr>
                <a:srgbClr val="6666FF"/>
              </a:buClr>
              <a:buSzPts val="1400"/>
              <a:buFont typeface="Arial"/>
              <a:buChar char="•"/>
            </a:pPr>
            <a:r>
              <a:rPr b="0" i="0" lang="en" sz="1400" u="none">
                <a:solidFill>
                  <a:srgbClr val="6666FF"/>
                </a:solidFill>
                <a:latin typeface="Arial"/>
                <a:ea typeface="Arial"/>
                <a:cs typeface="Arial"/>
                <a:sym typeface="Arial"/>
              </a:rPr>
              <a:t>indexOf() : </a:t>
            </a:r>
            <a:r>
              <a:rPr b="0" i="0" lang="en" sz="1400" u="none">
                <a:solidFill>
                  <a:schemeClr val="dk1"/>
                </a:solidFill>
                <a:latin typeface="Arial"/>
                <a:ea typeface="Arial"/>
                <a:cs typeface="Arial"/>
                <a:sym typeface="Arial"/>
              </a:rPr>
              <a:t>which returns the index of the first occurrence of a specified element in an array.</a:t>
            </a:r>
            <a:endParaRPr/>
          </a:p>
        </p:txBody>
      </p:sp>
    </p:spTree>
  </p:cSld>
  <p:clrMapOvr>
    <a:masterClrMapping/>
  </p:clrMapOvr>
  <p:transition spd="slow">
    <p:push/>
  </p:transition>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2" name="Shape 1862"/>
        <p:cNvGrpSpPr/>
        <p:nvPr/>
      </p:nvGrpSpPr>
      <p:grpSpPr>
        <a:xfrm>
          <a:off x="0" y="0"/>
          <a:ext cx="0" cy="0"/>
          <a:chOff x="0" y="0"/>
          <a:chExt cx="0" cy="0"/>
        </a:xfrm>
      </p:grpSpPr>
      <p:sp>
        <p:nvSpPr>
          <p:cNvPr id="1863" name="Google Shape;1863;p144"/>
          <p:cNvSpPr/>
          <p:nvPr/>
        </p:nvSpPr>
        <p:spPr>
          <a:xfrm flipH="1">
            <a:off x="593725" y="60007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864" name="Google Shape;1864;p144"/>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865" name="Google Shape;1865;p144"/>
          <p:cNvGrpSpPr/>
          <p:nvPr/>
        </p:nvGrpSpPr>
        <p:grpSpPr>
          <a:xfrm>
            <a:off x="593725" y="238347"/>
            <a:ext cx="8550275" cy="361950"/>
            <a:chOff x="0" y="0"/>
            <a:chExt cx="8550524" cy="362139"/>
          </a:xfrm>
        </p:grpSpPr>
        <p:sp>
          <p:nvSpPr>
            <p:cNvPr id="1866" name="Google Shape;1866;p144"/>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867" name="Google Shape;1867;p144"/>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868" name="Google Shape;1868;p144"/>
          <p:cNvGrpSpPr/>
          <p:nvPr/>
        </p:nvGrpSpPr>
        <p:grpSpPr>
          <a:xfrm>
            <a:off x="0" y="600074"/>
            <a:ext cx="3806825" cy="539750"/>
            <a:chOff x="0" y="0"/>
            <a:chExt cx="3807075" cy="540000"/>
          </a:xfrm>
        </p:grpSpPr>
        <p:sp>
          <p:nvSpPr>
            <p:cNvPr id="1869" name="Google Shape;1869;p144"/>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Objects</a:t>
              </a:r>
              <a:endParaRPr/>
            </a:p>
          </p:txBody>
        </p:sp>
        <p:sp>
          <p:nvSpPr>
            <p:cNvPr id="1870" name="Google Shape;1870;p144"/>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871" name="Google Shape;1871;p144"/>
          <p:cNvSpPr/>
          <p:nvPr/>
        </p:nvSpPr>
        <p:spPr>
          <a:xfrm>
            <a:off x="1297305" y="1397000"/>
            <a:ext cx="7846695" cy="2632003"/>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Objects in JavaScript are similar to arrays in that they allow you to store a collection of data, but unlike arrays, they use key-value pairs to store data</a:t>
            </a:r>
            <a:endParaRPr/>
          </a:p>
          <a:p>
            <a:pPr indent="0" lvl="0" marL="0" marR="0" rtl="0" algn="just">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Each key is a string and each value can be of any data type, including numbers, strings, booleans, and even other objects.</a:t>
            </a:r>
            <a:endParaRPr b="0" i="0" sz="1600" u="non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p:txBody>
      </p:sp>
    </p:spTree>
  </p:cSld>
  <p:clrMapOvr>
    <a:masterClrMapping/>
  </p:clrMapOvr>
  <p:transition spd="slow">
    <p:push/>
  </p:transition>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5" name="Shape 1875"/>
        <p:cNvGrpSpPr/>
        <p:nvPr/>
      </p:nvGrpSpPr>
      <p:grpSpPr>
        <a:xfrm>
          <a:off x="0" y="0"/>
          <a:ext cx="0" cy="0"/>
          <a:chOff x="0" y="0"/>
          <a:chExt cx="0" cy="0"/>
        </a:xfrm>
      </p:grpSpPr>
      <p:sp>
        <p:nvSpPr>
          <p:cNvPr id="1876" name="Google Shape;1876;p145"/>
          <p:cNvSpPr/>
          <p:nvPr/>
        </p:nvSpPr>
        <p:spPr>
          <a:xfrm flipH="1">
            <a:off x="593725" y="60007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877" name="Google Shape;1877;p145"/>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878" name="Google Shape;1878;p145"/>
          <p:cNvGrpSpPr/>
          <p:nvPr/>
        </p:nvGrpSpPr>
        <p:grpSpPr>
          <a:xfrm>
            <a:off x="593725" y="238347"/>
            <a:ext cx="8550275" cy="361950"/>
            <a:chOff x="0" y="0"/>
            <a:chExt cx="8550524" cy="362139"/>
          </a:xfrm>
        </p:grpSpPr>
        <p:sp>
          <p:nvSpPr>
            <p:cNvPr id="1879" name="Google Shape;1879;p145"/>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880" name="Google Shape;1880;p145"/>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881" name="Google Shape;1881;p145"/>
          <p:cNvGrpSpPr/>
          <p:nvPr/>
        </p:nvGrpSpPr>
        <p:grpSpPr>
          <a:xfrm>
            <a:off x="0" y="600074"/>
            <a:ext cx="3806825" cy="539750"/>
            <a:chOff x="0" y="0"/>
            <a:chExt cx="3807075" cy="540000"/>
          </a:xfrm>
        </p:grpSpPr>
        <p:sp>
          <p:nvSpPr>
            <p:cNvPr id="1882" name="Google Shape;1882;p145"/>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Objects</a:t>
              </a:r>
              <a:endParaRPr/>
            </a:p>
          </p:txBody>
        </p:sp>
        <p:sp>
          <p:nvSpPr>
            <p:cNvPr id="1883" name="Google Shape;1883;p145"/>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884" name="Google Shape;1884;p145"/>
          <p:cNvSpPr/>
          <p:nvPr/>
        </p:nvSpPr>
        <p:spPr>
          <a:xfrm>
            <a:off x="1297305" y="1397000"/>
            <a:ext cx="7846695" cy="2262671"/>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let person = {</a:t>
            </a:r>
            <a:endParaRPr/>
          </a:p>
          <a:p>
            <a:pPr indent="0" lvl="0" marL="0" marR="0" rtl="0" algn="just">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  name: “Talha",</a:t>
            </a:r>
            <a:endParaRPr/>
          </a:p>
          <a:p>
            <a:pPr indent="0" lvl="0" marL="0" marR="0" rtl="0" algn="just">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  age: 30,</a:t>
            </a:r>
            <a:endParaRPr/>
          </a:p>
          <a:p>
            <a:pPr indent="0" lvl="0" marL="0" marR="0" rtl="0" algn="just">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  isStudent: false,</a:t>
            </a:r>
            <a:endParaRPr/>
          </a:p>
          <a:p>
            <a:pPr indent="0" lvl="0" marL="0" marR="0" rtl="0" algn="just">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  friends : [‘Ans’, ‘David’]</a:t>
            </a:r>
            <a:endParaRPr/>
          </a:p>
          <a:p>
            <a:pPr indent="0" lvl="0" marL="0" marR="0" rtl="0" algn="just">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a:t>
            </a:r>
            <a:endParaRPr/>
          </a:p>
        </p:txBody>
      </p:sp>
    </p:spTree>
  </p:cSld>
  <p:clrMapOvr>
    <a:masterClrMapping/>
  </p:clrMapOvr>
  <p:transition spd="slow">
    <p:push/>
  </p:transition>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8" name="Shape 1888"/>
        <p:cNvGrpSpPr/>
        <p:nvPr/>
      </p:nvGrpSpPr>
      <p:grpSpPr>
        <a:xfrm>
          <a:off x="0" y="0"/>
          <a:ext cx="0" cy="0"/>
          <a:chOff x="0" y="0"/>
          <a:chExt cx="0" cy="0"/>
        </a:xfrm>
      </p:grpSpPr>
      <p:sp>
        <p:nvSpPr>
          <p:cNvPr id="1889" name="Google Shape;1889;p146"/>
          <p:cNvSpPr/>
          <p:nvPr/>
        </p:nvSpPr>
        <p:spPr>
          <a:xfrm flipH="1">
            <a:off x="593725" y="60007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890" name="Google Shape;1890;p146"/>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891" name="Google Shape;1891;p146"/>
          <p:cNvGrpSpPr/>
          <p:nvPr/>
        </p:nvGrpSpPr>
        <p:grpSpPr>
          <a:xfrm>
            <a:off x="593725" y="238347"/>
            <a:ext cx="8550275" cy="361950"/>
            <a:chOff x="0" y="0"/>
            <a:chExt cx="8550524" cy="362139"/>
          </a:xfrm>
        </p:grpSpPr>
        <p:sp>
          <p:nvSpPr>
            <p:cNvPr id="1892" name="Google Shape;1892;p146"/>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893" name="Google Shape;1893;p146"/>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894" name="Google Shape;1894;p146"/>
          <p:cNvGrpSpPr/>
          <p:nvPr/>
        </p:nvGrpSpPr>
        <p:grpSpPr>
          <a:xfrm>
            <a:off x="0" y="600074"/>
            <a:ext cx="3806825" cy="539750"/>
            <a:chOff x="0" y="0"/>
            <a:chExt cx="3807075" cy="540000"/>
          </a:xfrm>
        </p:grpSpPr>
        <p:sp>
          <p:nvSpPr>
            <p:cNvPr id="1895" name="Google Shape;1895;p146"/>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Objects</a:t>
              </a:r>
              <a:endParaRPr/>
            </a:p>
          </p:txBody>
        </p:sp>
        <p:sp>
          <p:nvSpPr>
            <p:cNvPr id="1896" name="Google Shape;1896;p146"/>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897" name="Google Shape;1897;p146"/>
          <p:cNvSpPr/>
          <p:nvPr/>
        </p:nvSpPr>
        <p:spPr>
          <a:xfrm>
            <a:off x="1297305" y="1397000"/>
            <a:ext cx="7846695" cy="3001334"/>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Clr>
                <a:schemeClr val="dk1"/>
              </a:buClr>
              <a:buSzPts val="1600"/>
              <a:buFont typeface="Arial"/>
              <a:buNone/>
            </a:pPr>
            <a:r>
              <a:rPr b="1" i="0" lang="en" sz="1600" u="none">
                <a:solidFill>
                  <a:schemeClr val="dk1"/>
                </a:solidFill>
                <a:latin typeface="Arial"/>
                <a:ea typeface="Arial"/>
                <a:cs typeface="Arial"/>
                <a:sym typeface="Arial"/>
              </a:rPr>
              <a:t>How To Manipulate Data?</a:t>
            </a:r>
            <a:endParaRPr/>
          </a:p>
          <a:p>
            <a:pPr indent="0" lvl="0" marL="0" marR="0" rtl="0" algn="just">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There are two ways to access or manipulate data:</a:t>
            </a:r>
            <a:endParaRPr/>
          </a:p>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Dot notation</a:t>
            </a:r>
            <a:endParaRPr/>
          </a:p>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Bracket Notation</a:t>
            </a:r>
            <a:endParaRPr/>
          </a:p>
          <a:p>
            <a:pPr indent="0" lvl="0" marL="0" marR="0" rtl="0" algn="just">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let personName = person.name;</a:t>
            </a:r>
            <a:endParaRPr/>
          </a:p>
          <a:p>
            <a:pPr indent="-285750" lvl="0" marL="285750" marR="0" rtl="0" algn="just">
              <a:lnSpc>
                <a:spcPct val="150000"/>
              </a:lnSpc>
              <a:spcBef>
                <a:spcPts val="0"/>
              </a:spcBef>
              <a:spcAft>
                <a:spcPts val="0"/>
              </a:spcAft>
              <a:buClr>
                <a:schemeClr val="dk1"/>
              </a:buClr>
              <a:buSzPts val="1600"/>
              <a:buFont typeface="Arial"/>
              <a:buChar char="•"/>
            </a:pPr>
            <a:r>
              <a:rPr b="0" i="0" lang="en" sz="1600" u="none">
                <a:solidFill>
                  <a:schemeClr val="dk1"/>
                </a:solidFill>
                <a:latin typeface="Arial"/>
                <a:ea typeface="Arial"/>
                <a:cs typeface="Arial"/>
                <a:sym typeface="Arial"/>
              </a:rPr>
              <a:t>let personName = person["name"];</a:t>
            </a:r>
            <a:endParaRPr/>
          </a:p>
        </p:txBody>
      </p:sp>
    </p:spTree>
  </p:cSld>
  <p:clrMapOvr>
    <a:masterClrMapping/>
  </p:clrMapOvr>
  <p:transition spd="slow">
    <p:push/>
  </p:transition>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1" name="Shape 1901"/>
        <p:cNvGrpSpPr/>
        <p:nvPr/>
      </p:nvGrpSpPr>
      <p:grpSpPr>
        <a:xfrm>
          <a:off x="0" y="0"/>
          <a:ext cx="0" cy="0"/>
          <a:chOff x="0" y="0"/>
          <a:chExt cx="0" cy="0"/>
        </a:xfrm>
      </p:grpSpPr>
      <p:sp>
        <p:nvSpPr>
          <p:cNvPr id="1902" name="Google Shape;1902;p147"/>
          <p:cNvSpPr/>
          <p:nvPr/>
        </p:nvSpPr>
        <p:spPr>
          <a:xfrm flipH="1">
            <a:off x="593725" y="600074"/>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903" name="Google Shape;1903;p147"/>
          <p:cNvSpPr/>
          <p:nvPr/>
        </p:nvSpPr>
        <p:spPr>
          <a:xfrm flipH="1" rot="10800000">
            <a:off x="3267075" y="-3826"/>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904" name="Google Shape;1904;p147"/>
          <p:cNvGrpSpPr/>
          <p:nvPr/>
        </p:nvGrpSpPr>
        <p:grpSpPr>
          <a:xfrm>
            <a:off x="593725" y="238347"/>
            <a:ext cx="8550275" cy="361950"/>
            <a:chOff x="0" y="0"/>
            <a:chExt cx="8550524" cy="362139"/>
          </a:xfrm>
        </p:grpSpPr>
        <p:sp>
          <p:nvSpPr>
            <p:cNvPr id="1905" name="Google Shape;1905;p147"/>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906" name="Google Shape;1906;p147"/>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907" name="Google Shape;1907;p147"/>
          <p:cNvGrpSpPr/>
          <p:nvPr/>
        </p:nvGrpSpPr>
        <p:grpSpPr>
          <a:xfrm>
            <a:off x="0" y="600074"/>
            <a:ext cx="3806825" cy="539750"/>
            <a:chOff x="0" y="0"/>
            <a:chExt cx="3807075" cy="540000"/>
          </a:xfrm>
        </p:grpSpPr>
        <p:sp>
          <p:nvSpPr>
            <p:cNvPr id="1908" name="Google Shape;1908;p147"/>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Objects</a:t>
              </a:r>
              <a:endParaRPr/>
            </a:p>
          </p:txBody>
        </p:sp>
        <p:sp>
          <p:nvSpPr>
            <p:cNvPr id="1909" name="Google Shape;1909;p147"/>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910" name="Google Shape;1910;p147"/>
          <p:cNvSpPr/>
          <p:nvPr/>
        </p:nvSpPr>
        <p:spPr>
          <a:xfrm>
            <a:off x="1297305" y="1397000"/>
            <a:ext cx="7846695" cy="3001334"/>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Clr>
                <a:schemeClr val="dk1"/>
              </a:buClr>
              <a:buSzPts val="1600"/>
              <a:buFont typeface="Arial"/>
              <a:buNone/>
            </a:pPr>
            <a:r>
              <a:rPr b="1" i="0" lang="en" sz="1600" u="none">
                <a:solidFill>
                  <a:schemeClr val="dk1"/>
                </a:solidFill>
                <a:latin typeface="Arial"/>
                <a:ea typeface="Arial"/>
                <a:cs typeface="Arial"/>
                <a:sym typeface="Arial"/>
              </a:rPr>
              <a:t>Methods</a:t>
            </a:r>
            <a:endParaRPr/>
          </a:p>
          <a:p>
            <a:pPr indent="0" lvl="0" marL="0" marR="0" rtl="0" algn="just">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Objects can also have methods, which are functions that are associated with an object. </a:t>
            </a:r>
            <a:endParaRPr/>
          </a:p>
          <a:p>
            <a:pPr indent="0" lvl="0" marL="0" marR="0" rtl="0" algn="just">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These methods can be used to perform operations on the object's data.</a:t>
            </a:r>
            <a:endParaRPr/>
          </a:p>
          <a:p>
            <a:pPr indent="0" lvl="0" marL="0" marR="0" rtl="0" algn="just">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We can access methods by using both dot and bracket notation.</a:t>
            </a:r>
            <a:endParaRPr/>
          </a:p>
          <a:p>
            <a:pPr indent="0" lvl="0" marL="0" marR="0" rtl="0" algn="just">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p:txBody>
      </p:sp>
    </p:spTree>
  </p:cSld>
  <p:clrMapOvr>
    <a:masterClrMapping/>
  </p:clrMapOvr>
  <p:transition spd="slow">
    <p:push/>
  </p:transition>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4" name="Shape 1914"/>
        <p:cNvGrpSpPr/>
        <p:nvPr/>
      </p:nvGrpSpPr>
      <p:grpSpPr>
        <a:xfrm>
          <a:off x="0" y="0"/>
          <a:ext cx="0" cy="0"/>
          <a:chOff x="0" y="0"/>
          <a:chExt cx="0" cy="0"/>
        </a:xfrm>
      </p:grpSpPr>
      <p:sp>
        <p:nvSpPr>
          <p:cNvPr id="1915" name="Google Shape;1915;p148"/>
          <p:cNvSpPr/>
          <p:nvPr/>
        </p:nvSpPr>
        <p:spPr>
          <a:xfrm flipH="1">
            <a:off x="593725" y="608378"/>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916" name="Google Shape;1916;p148"/>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917" name="Google Shape;1917;p148"/>
          <p:cNvGrpSpPr/>
          <p:nvPr/>
        </p:nvGrpSpPr>
        <p:grpSpPr>
          <a:xfrm>
            <a:off x="593725" y="238125"/>
            <a:ext cx="8550275" cy="361950"/>
            <a:chOff x="0" y="0"/>
            <a:chExt cx="8550524" cy="362139"/>
          </a:xfrm>
        </p:grpSpPr>
        <p:sp>
          <p:nvSpPr>
            <p:cNvPr id="1918" name="Google Shape;1918;p148"/>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919" name="Google Shape;1919;p148"/>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920" name="Google Shape;1920;p148"/>
          <p:cNvGrpSpPr/>
          <p:nvPr/>
        </p:nvGrpSpPr>
        <p:grpSpPr>
          <a:xfrm>
            <a:off x="0" y="600075"/>
            <a:ext cx="3806825" cy="539750"/>
            <a:chOff x="0" y="0"/>
            <a:chExt cx="3807075" cy="540000"/>
          </a:xfrm>
        </p:grpSpPr>
        <p:grpSp>
          <p:nvGrpSpPr>
            <p:cNvPr id="1921" name="Google Shape;1921;p148"/>
            <p:cNvGrpSpPr/>
            <p:nvPr/>
          </p:nvGrpSpPr>
          <p:grpSpPr>
            <a:xfrm>
              <a:off x="0" y="0"/>
              <a:ext cx="3807075" cy="540000"/>
              <a:chOff x="0" y="0"/>
              <a:chExt cx="3807075" cy="540000"/>
            </a:xfrm>
          </p:grpSpPr>
          <p:sp>
            <p:nvSpPr>
              <p:cNvPr id="1922" name="Google Shape;1922;p148"/>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DOM</a:t>
                </a:r>
                <a:endParaRPr b="1" i="0" sz="1800" u="none">
                  <a:solidFill>
                    <a:srgbClr val="FFFFFF"/>
                  </a:solidFill>
                  <a:latin typeface="Calibri"/>
                  <a:ea typeface="Calibri"/>
                  <a:cs typeface="Calibri"/>
                  <a:sym typeface="Calibri"/>
                </a:endParaRPr>
              </a:p>
            </p:txBody>
          </p:sp>
          <p:sp>
            <p:nvSpPr>
              <p:cNvPr id="1923" name="Google Shape;1923;p148"/>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924" name="Google Shape;1924;p148"/>
            <p:cNvSpPr/>
            <p:nvPr/>
          </p:nvSpPr>
          <p:spPr>
            <a:xfrm>
              <a:off x="773475" y="100723"/>
              <a:ext cx="309900" cy="337341"/>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Arial"/>
                <a:buNone/>
              </a:pPr>
              <a:r>
                <a:t/>
              </a:r>
              <a:endParaRPr b="1" i="0" sz="1600" u="none">
                <a:solidFill>
                  <a:schemeClr val="lt1"/>
                </a:solidFill>
                <a:latin typeface="Microsoft YaHei"/>
                <a:ea typeface="Microsoft YaHei"/>
                <a:cs typeface="Microsoft YaHei"/>
                <a:sym typeface="Microsoft YaHei"/>
              </a:endParaRPr>
            </a:p>
          </p:txBody>
        </p:sp>
      </p:grpSp>
      <p:sp>
        <p:nvSpPr>
          <p:cNvPr id="1925" name="Google Shape;1925;p148"/>
          <p:cNvSpPr/>
          <p:nvPr/>
        </p:nvSpPr>
        <p:spPr>
          <a:xfrm>
            <a:off x="1297305" y="1397000"/>
            <a:ext cx="7846695" cy="3370666"/>
          </a:xfrm>
          <a:prstGeom prst="rect">
            <a:avLst/>
          </a:prstGeom>
          <a:noFill/>
          <a:ln>
            <a:noFill/>
          </a:ln>
        </p:spPr>
        <p:txBody>
          <a:bodyPr anchorCtr="0" anchor="t" bIns="45700" lIns="91425" spcFirstLastPara="1" rIns="91425" wrap="square" tIns="45700">
            <a:noAutofit/>
          </a:bodyPr>
          <a:lstStyle/>
          <a:p>
            <a:pPr indent="-342900" lvl="1" marL="68580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The Document Object Model (DOM) is a programming interface for HTML.</a:t>
            </a:r>
            <a:endParaRPr/>
          </a:p>
          <a:p>
            <a:pPr indent="-241300" lvl="1" marL="685800" marR="0" rtl="0" algn="just">
              <a:lnSpc>
                <a:spcPct val="15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342900" lvl="1" marL="68580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The DOM is a fundamental concept for web development and it's important to understand how to interact with it in order to build dynamic and interactive websites.</a:t>
            </a:r>
            <a:endParaRPr/>
          </a:p>
          <a:p>
            <a:pPr indent="0" lvl="1" marL="342900" marR="0" rtl="0" algn="just">
              <a:lnSpc>
                <a:spcPct val="15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342900" lvl="1" marL="68580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Document object model: struc	tured representation of html documents. Allows JavaScript to access html elements and styles to manipulate them</a:t>
            </a:r>
            <a:endParaRPr/>
          </a:p>
          <a:p>
            <a:pPr indent="-241300" lvl="1" marL="685800" marR="0" rtl="0" algn="just">
              <a:lnSpc>
                <a:spcPct val="15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p:txBody>
      </p:sp>
    </p:spTree>
  </p:cSld>
  <p:clrMapOvr>
    <a:masterClrMapping/>
  </p:clrMapOvr>
  <p:transition spd="slow">
    <p:push/>
  </p:transition>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9" name="Shape 1929"/>
        <p:cNvGrpSpPr/>
        <p:nvPr/>
      </p:nvGrpSpPr>
      <p:grpSpPr>
        <a:xfrm>
          <a:off x="0" y="0"/>
          <a:ext cx="0" cy="0"/>
          <a:chOff x="0" y="0"/>
          <a:chExt cx="0" cy="0"/>
        </a:xfrm>
      </p:grpSpPr>
      <p:sp>
        <p:nvSpPr>
          <p:cNvPr id="1930" name="Google Shape;1930;p149"/>
          <p:cNvSpPr/>
          <p:nvPr/>
        </p:nvSpPr>
        <p:spPr>
          <a:xfrm flipH="1">
            <a:off x="593725" y="596900"/>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931" name="Google Shape;1931;p149"/>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932" name="Google Shape;1932;p149"/>
          <p:cNvGrpSpPr/>
          <p:nvPr/>
        </p:nvGrpSpPr>
        <p:grpSpPr>
          <a:xfrm>
            <a:off x="593725" y="222821"/>
            <a:ext cx="8550275" cy="361950"/>
            <a:chOff x="0" y="0"/>
            <a:chExt cx="8550524" cy="362139"/>
          </a:xfrm>
        </p:grpSpPr>
        <p:sp>
          <p:nvSpPr>
            <p:cNvPr id="1933" name="Google Shape;1933;p149"/>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934" name="Google Shape;1934;p149"/>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935" name="Google Shape;1935;p149"/>
          <p:cNvGrpSpPr/>
          <p:nvPr/>
        </p:nvGrpSpPr>
        <p:grpSpPr>
          <a:xfrm>
            <a:off x="0" y="576580"/>
            <a:ext cx="3806825" cy="539750"/>
            <a:chOff x="0" y="0"/>
            <a:chExt cx="3807075" cy="540000"/>
          </a:xfrm>
        </p:grpSpPr>
        <p:sp>
          <p:nvSpPr>
            <p:cNvPr id="1936" name="Google Shape;1936;p149"/>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DOM</a:t>
              </a:r>
              <a:endParaRPr/>
            </a:p>
          </p:txBody>
        </p:sp>
        <p:sp>
          <p:nvSpPr>
            <p:cNvPr id="1937" name="Google Shape;1937;p149"/>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pic>
        <p:nvPicPr>
          <p:cNvPr id="1938" name="Google Shape;1938;p149"/>
          <p:cNvPicPr preferRelativeResize="0"/>
          <p:nvPr/>
        </p:nvPicPr>
        <p:blipFill rotWithShape="1">
          <a:blip r:embed="rId3">
            <a:alphaModFix/>
          </a:blip>
          <a:srcRect b="0" l="0" r="0" t="0"/>
          <a:stretch/>
        </p:blipFill>
        <p:spPr>
          <a:xfrm>
            <a:off x="1829859" y="1230614"/>
            <a:ext cx="6437995" cy="3674126"/>
          </a:xfrm>
          <a:prstGeom prst="rect">
            <a:avLst/>
          </a:prstGeom>
          <a:noFill/>
          <a:ln>
            <a:noFill/>
          </a:ln>
        </p:spPr>
      </p:pic>
    </p:spTree>
  </p:cSld>
  <p:clrMapOvr>
    <a:masterClrMapping/>
  </p:clrMapOvr>
  <p:transition spd="slow">
    <p:push/>
  </p:transition>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2" name="Shape 1942"/>
        <p:cNvGrpSpPr/>
        <p:nvPr/>
      </p:nvGrpSpPr>
      <p:grpSpPr>
        <a:xfrm>
          <a:off x="0" y="0"/>
          <a:ext cx="0" cy="0"/>
          <a:chOff x="0" y="0"/>
          <a:chExt cx="0" cy="0"/>
        </a:xfrm>
      </p:grpSpPr>
      <p:sp>
        <p:nvSpPr>
          <p:cNvPr id="1943" name="Google Shape;1943;p150"/>
          <p:cNvSpPr/>
          <p:nvPr/>
        </p:nvSpPr>
        <p:spPr>
          <a:xfrm flipH="1">
            <a:off x="593725" y="608378"/>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944" name="Google Shape;1944;p150"/>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945" name="Google Shape;1945;p150"/>
          <p:cNvGrpSpPr/>
          <p:nvPr/>
        </p:nvGrpSpPr>
        <p:grpSpPr>
          <a:xfrm>
            <a:off x="593725" y="238125"/>
            <a:ext cx="8550275" cy="361950"/>
            <a:chOff x="0" y="0"/>
            <a:chExt cx="8550524" cy="362139"/>
          </a:xfrm>
        </p:grpSpPr>
        <p:sp>
          <p:nvSpPr>
            <p:cNvPr id="1946" name="Google Shape;1946;p150"/>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947" name="Google Shape;1947;p150"/>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948" name="Google Shape;1948;p150"/>
          <p:cNvGrpSpPr/>
          <p:nvPr/>
        </p:nvGrpSpPr>
        <p:grpSpPr>
          <a:xfrm>
            <a:off x="0" y="600075"/>
            <a:ext cx="3806825" cy="539750"/>
            <a:chOff x="0" y="0"/>
            <a:chExt cx="3807075" cy="540000"/>
          </a:xfrm>
        </p:grpSpPr>
        <p:grpSp>
          <p:nvGrpSpPr>
            <p:cNvPr id="1949" name="Google Shape;1949;p150"/>
            <p:cNvGrpSpPr/>
            <p:nvPr/>
          </p:nvGrpSpPr>
          <p:grpSpPr>
            <a:xfrm>
              <a:off x="0" y="0"/>
              <a:ext cx="3807075" cy="540000"/>
              <a:chOff x="0" y="0"/>
              <a:chExt cx="3807075" cy="540000"/>
            </a:xfrm>
          </p:grpSpPr>
          <p:sp>
            <p:nvSpPr>
              <p:cNvPr id="1950" name="Google Shape;1950;p150"/>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DOM</a:t>
                </a:r>
                <a:endParaRPr b="1" i="0" sz="1800" u="none">
                  <a:solidFill>
                    <a:srgbClr val="FFFFFF"/>
                  </a:solidFill>
                  <a:latin typeface="Calibri"/>
                  <a:ea typeface="Calibri"/>
                  <a:cs typeface="Calibri"/>
                  <a:sym typeface="Calibri"/>
                </a:endParaRPr>
              </a:p>
            </p:txBody>
          </p:sp>
          <p:sp>
            <p:nvSpPr>
              <p:cNvPr id="1951" name="Google Shape;1951;p150"/>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952" name="Google Shape;1952;p150"/>
            <p:cNvSpPr/>
            <p:nvPr/>
          </p:nvSpPr>
          <p:spPr>
            <a:xfrm>
              <a:off x="773475" y="100723"/>
              <a:ext cx="309900" cy="337341"/>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Arial"/>
                <a:buNone/>
              </a:pPr>
              <a:r>
                <a:t/>
              </a:r>
              <a:endParaRPr b="1" i="0" sz="1600" u="none">
                <a:solidFill>
                  <a:schemeClr val="lt1"/>
                </a:solidFill>
                <a:latin typeface="Microsoft YaHei"/>
                <a:ea typeface="Microsoft YaHei"/>
                <a:cs typeface="Microsoft YaHei"/>
                <a:sym typeface="Microsoft YaHei"/>
              </a:endParaRPr>
            </a:p>
          </p:txBody>
        </p:sp>
      </p:grpSp>
      <p:sp>
        <p:nvSpPr>
          <p:cNvPr id="1953" name="Google Shape;1953;p150"/>
          <p:cNvSpPr/>
          <p:nvPr/>
        </p:nvSpPr>
        <p:spPr>
          <a:xfrm>
            <a:off x="1297305" y="1397000"/>
            <a:ext cx="7846695" cy="2262671"/>
          </a:xfrm>
          <a:prstGeom prst="rect">
            <a:avLst/>
          </a:prstGeom>
          <a:noFill/>
          <a:ln>
            <a:noFill/>
          </a:ln>
        </p:spPr>
        <p:txBody>
          <a:bodyPr anchorCtr="0" anchor="t" bIns="45700" lIns="91425" spcFirstLastPara="1" rIns="91425" wrap="square" tIns="45700">
            <a:noAutofit/>
          </a:bodyPr>
          <a:lstStyle/>
          <a:p>
            <a:pPr indent="0" lvl="1" marL="342900" marR="0" rtl="0" algn="just">
              <a:lnSpc>
                <a:spcPct val="150000"/>
              </a:lnSpc>
              <a:spcBef>
                <a:spcPts val="0"/>
              </a:spcBef>
              <a:spcAft>
                <a:spcPts val="0"/>
              </a:spcAft>
              <a:buClr>
                <a:schemeClr val="dk1"/>
              </a:buClr>
              <a:buSzPts val="1600"/>
              <a:buFont typeface="Arial"/>
              <a:buNone/>
            </a:pPr>
            <a:r>
              <a:rPr b="0" i="0" lang="en" sz="1600" u="none" cap="none" strike="noStrike">
                <a:solidFill>
                  <a:schemeClr val="dk1"/>
                </a:solidFill>
                <a:latin typeface="Arial"/>
                <a:ea typeface="Arial"/>
                <a:cs typeface="Arial"/>
                <a:sym typeface="Arial"/>
              </a:rPr>
              <a:t>With the DOM, you can:</a:t>
            </a:r>
            <a:endParaRPr/>
          </a:p>
          <a:p>
            <a:pPr indent="-285750" lvl="2" marL="9715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Access and change the content of an element</a:t>
            </a:r>
            <a:endParaRPr/>
          </a:p>
          <a:p>
            <a:pPr indent="-285750" lvl="2" marL="9715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Access and change the attributes of an element</a:t>
            </a:r>
            <a:endParaRPr/>
          </a:p>
          <a:p>
            <a:pPr indent="-285750" lvl="2" marL="9715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Add, remove, or move elements and attributes</a:t>
            </a:r>
            <a:endParaRPr/>
          </a:p>
          <a:p>
            <a:pPr indent="-285750" lvl="2" marL="9715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Respond to events that occur in the document, such as a button being clicked or a form being submitted</a:t>
            </a:r>
            <a:endParaRPr/>
          </a:p>
        </p:txBody>
      </p:sp>
    </p:spTree>
  </p:cSld>
  <p:clrMapOvr>
    <a:masterClrMapping/>
  </p:clrMapOvr>
  <p:transition spd="slow">
    <p:push/>
  </p:transition>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7" name="Shape 1957"/>
        <p:cNvGrpSpPr/>
        <p:nvPr/>
      </p:nvGrpSpPr>
      <p:grpSpPr>
        <a:xfrm>
          <a:off x="0" y="0"/>
          <a:ext cx="0" cy="0"/>
          <a:chOff x="0" y="0"/>
          <a:chExt cx="0" cy="0"/>
        </a:xfrm>
      </p:grpSpPr>
      <p:sp>
        <p:nvSpPr>
          <p:cNvPr id="1958" name="Google Shape;1958;p151"/>
          <p:cNvSpPr/>
          <p:nvPr/>
        </p:nvSpPr>
        <p:spPr>
          <a:xfrm flipH="1">
            <a:off x="593725" y="596900"/>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959" name="Google Shape;1959;p151"/>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960" name="Google Shape;1960;p151"/>
          <p:cNvGrpSpPr/>
          <p:nvPr/>
        </p:nvGrpSpPr>
        <p:grpSpPr>
          <a:xfrm>
            <a:off x="593725" y="222821"/>
            <a:ext cx="8550275" cy="361950"/>
            <a:chOff x="0" y="0"/>
            <a:chExt cx="8550524" cy="362139"/>
          </a:xfrm>
        </p:grpSpPr>
        <p:sp>
          <p:nvSpPr>
            <p:cNvPr id="1961" name="Google Shape;1961;p151"/>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962" name="Google Shape;1962;p151"/>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963" name="Google Shape;1963;p151"/>
          <p:cNvGrpSpPr/>
          <p:nvPr/>
        </p:nvGrpSpPr>
        <p:grpSpPr>
          <a:xfrm>
            <a:off x="0" y="576580"/>
            <a:ext cx="3806825" cy="539750"/>
            <a:chOff x="0" y="0"/>
            <a:chExt cx="3807075" cy="540000"/>
          </a:xfrm>
        </p:grpSpPr>
        <p:sp>
          <p:nvSpPr>
            <p:cNvPr id="1964" name="Google Shape;1964;p151"/>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DOM</a:t>
              </a:r>
              <a:endParaRPr/>
            </a:p>
          </p:txBody>
        </p:sp>
        <p:sp>
          <p:nvSpPr>
            <p:cNvPr id="1965" name="Google Shape;1965;p151"/>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966" name="Google Shape;1966;p151"/>
          <p:cNvSpPr/>
          <p:nvPr/>
        </p:nvSpPr>
        <p:spPr>
          <a:xfrm>
            <a:off x="1297305" y="1397000"/>
            <a:ext cx="7846695" cy="4570995"/>
          </a:xfrm>
          <a:prstGeom prst="rect">
            <a:avLst/>
          </a:prstGeom>
          <a:noFill/>
          <a:ln>
            <a:noFill/>
          </a:ln>
        </p:spPr>
        <p:txBody>
          <a:bodyPr anchorCtr="0" anchor="t" bIns="45700" lIns="91425" spcFirstLastPara="1" rIns="91425" wrap="square" tIns="45700">
            <a:noAutofit/>
          </a:bodyPr>
          <a:lstStyle/>
          <a:p>
            <a:pPr indent="0" lvl="1" marL="342900" marR="0" rtl="0" algn="just">
              <a:lnSpc>
                <a:spcPct val="150000"/>
              </a:lnSpc>
              <a:spcBef>
                <a:spcPts val="0"/>
              </a:spcBef>
              <a:spcAft>
                <a:spcPts val="0"/>
              </a:spcAft>
              <a:buClr>
                <a:schemeClr val="dk1"/>
              </a:buClr>
              <a:buSzPts val="1600"/>
              <a:buFont typeface="Arial"/>
              <a:buNone/>
            </a:pPr>
            <a:r>
              <a:rPr b="0" i="0" lang="en" sz="1600" u="none" cap="none" strike="noStrike">
                <a:solidFill>
                  <a:schemeClr val="dk1"/>
                </a:solidFill>
                <a:latin typeface="Arial"/>
                <a:ea typeface="Arial"/>
                <a:cs typeface="Arial"/>
                <a:sym typeface="Arial"/>
              </a:rPr>
              <a:t>Now, we’re going to access HTML elements in JS.</a:t>
            </a:r>
            <a:endParaRPr/>
          </a:p>
          <a:p>
            <a:pPr indent="0" lvl="1" marL="342900" marR="0" rtl="0" algn="just">
              <a:lnSpc>
                <a:spcPct val="150000"/>
              </a:lnSpc>
              <a:spcBef>
                <a:spcPts val="0"/>
              </a:spcBef>
              <a:spcAft>
                <a:spcPts val="0"/>
              </a:spcAft>
              <a:buClr>
                <a:schemeClr val="dk1"/>
              </a:buClr>
              <a:buSzPts val="1600"/>
              <a:buFont typeface="Arial"/>
              <a:buNone/>
            </a:pPr>
            <a:r>
              <a:rPr b="0" i="0" lang="en" sz="1600" u="none" cap="none" strike="noStrike">
                <a:solidFill>
                  <a:schemeClr val="dk1"/>
                </a:solidFill>
                <a:latin typeface="Arial"/>
                <a:ea typeface="Arial"/>
                <a:cs typeface="Arial"/>
                <a:sym typeface="Arial"/>
              </a:rPr>
              <a:t>JavaScript provides these methods for accessing elements:</a:t>
            </a:r>
            <a:endParaRPr/>
          </a:p>
          <a:p>
            <a:pPr indent="-184150" lvl="1" marL="628650" marR="0" rtl="0" algn="just">
              <a:lnSpc>
                <a:spcPct val="15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0" lvl="1" marL="342900" marR="0" rtl="0" algn="just">
              <a:lnSpc>
                <a:spcPct val="150000"/>
              </a:lnSpc>
              <a:spcBef>
                <a:spcPts val="0"/>
              </a:spcBef>
              <a:spcAft>
                <a:spcPts val="0"/>
              </a:spcAft>
              <a:buClr>
                <a:schemeClr val="dk1"/>
              </a:buClr>
              <a:buSzPts val="1600"/>
              <a:buFont typeface="Arial"/>
              <a:buNone/>
            </a:pPr>
            <a:r>
              <a:rPr b="1" i="0" lang="en" sz="1600" u="none" cap="none" strike="noStrike">
                <a:solidFill>
                  <a:schemeClr val="dk1"/>
                </a:solidFill>
                <a:latin typeface="Arial"/>
                <a:ea typeface="Arial"/>
                <a:cs typeface="Arial"/>
                <a:sym typeface="Arial"/>
              </a:rPr>
              <a:t>By ID</a:t>
            </a:r>
            <a:endParaRPr/>
          </a:p>
          <a:p>
            <a:pPr indent="-285750" lvl="1" marL="6286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getElementByID(id)</a:t>
            </a:r>
            <a:endParaRPr/>
          </a:p>
          <a:p>
            <a:pPr indent="-285750" lvl="1" marL="6286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let myElement = document.getElementById("myId");</a:t>
            </a:r>
            <a:endParaRPr/>
          </a:p>
          <a:p>
            <a:pPr indent="-184150" lvl="1" marL="628650" marR="0" rtl="0" algn="just">
              <a:lnSpc>
                <a:spcPct val="15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0" lvl="1" marL="342900" marR="0" rtl="0" algn="just">
              <a:lnSpc>
                <a:spcPct val="150000"/>
              </a:lnSpc>
              <a:spcBef>
                <a:spcPts val="0"/>
              </a:spcBef>
              <a:spcAft>
                <a:spcPts val="0"/>
              </a:spcAft>
              <a:buClr>
                <a:schemeClr val="dk1"/>
              </a:buClr>
              <a:buSzPts val="1600"/>
              <a:buFont typeface="Arial"/>
              <a:buNone/>
            </a:pPr>
            <a:r>
              <a:rPr b="1" i="0" lang="en" sz="1600" u="none" cap="none" strike="noStrike">
                <a:solidFill>
                  <a:schemeClr val="dk1"/>
                </a:solidFill>
                <a:latin typeface="Arial"/>
                <a:ea typeface="Arial"/>
                <a:cs typeface="Arial"/>
                <a:sym typeface="Arial"/>
              </a:rPr>
              <a:t>By Class</a:t>
            </a:r>
            <a:endParaRPr/>
          </a:p>
          <a:p>
            <a:pPr indent="-285750" lvl="1" marL="6286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getElementsByClassName(className)</a:t>
            </a:r>
            <a:endParaRPr/>
          </a:p>
          <a:p>
            <a:pPr indent="-285750" lvl="1" marL="6286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let myElements = document.getElementsByClassName("myClass");</a:t>
            </a:r>
            <a:endParaRPr/>
          </a:p>
          <a:p>
            <a:pPr indent="-184150" lvl="1" marL="628650" marR="0" rtl="0" algn="just">
              <a:lnSpc>
                <a:spcPct val="15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0" lvl="1" marL="342900" marR="0" rtl="0" algn="just">
              <a:lnSpc>
                <a:spcPct val="15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p:txBody>
      </p:sp>
    </p:spTree>
  </p:cSld>
  <p:clrMapOvr>
    <a:masterClrMapping/>
  </p:clrMapOvr>
  <p:transition spd="slow">
    <p:push/>
  </p:transition>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0" name="Shape 1970"/>
        <p:cNvGrpSpPr/>
        <p:nvPr/>
      </p:nvGrpSpPr>
      <p:grpSpPr>
        <a:xfrm>
          <a:off x="0" y="0"/>
          <a:ext cx="0" cy="0"/>
          <a:chOff x="0" y="0"/>
          <a:chExt cx="0" cy="0"/>
        </a:xfrm>
      </p:grpSpPr>
      <p:sp>
        <p:nvSpPr>
          <p:cNvPr id="1971" name="Google Shape;1971;p152"/>
          <p:cNvSpPr/>
          <p:nvPr/>
        </p:nvSpPr>
        <p:spPr>
          <a:xfrm flipH="1">
            <a:off x="593725" y="596900"/>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972" name="Google Shape;1972;p152"/>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973" name="Google Shape;1973;p152"/>
          <p:cNvGrpSpPr/>
          <p:nvPr/>
        </p:nvGrpSpPr>
        <p:grpSpPr>
          <a:xfrm>
            <a:off x="593725" y="222821"/>
            <a:ext cx="8550275" cy="361950"/>
            <a:chOff x="0" y="0"/>
            <a:chExt cx="8550524" cy="362139"/>
          </a:xfrm>
        </p:grpSpPr>
        <p:sp>
          <p:nvSpPr>
            <p:cNvPr id="1974" name="Google Shape;1974;p152"/>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975" name="Google Shape;1975;p152"/>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976" name="Google Shape;1976;p152"/>
          <p:cNvGrpSpPr/>
          <p:nvPr/>
        </p:nvGrpSpPr>
        <p:grpSpPr>
          <a:xfrm>
            <a:off x="0" y="576580"/>
            <a:ext cx="3806825" cy="539750"/>
            <a:chOff x="0" y="0"/>
            <a:chExt cx="3807075" cy="540000"/>
          </a:xfrm>
        </p:grpSpPr>
        <p:sp>
          <p:nvSpPr>
            <p:cNvPr id="1977" name="Google Shape;1977;p152"/>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DOM</a:t>
              </a:r>
              <a:endParaRPr/>
            </a:p>
          </p:txBody>
        </p:sp>
        <p:sp>
          <p:nvSpPr>
            <p:cNvPr id="1978" name="Google Shape;1978;p152"/>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979" name="Google Shape;1979;p152"/>
          <p:cNvSpPr/>
          <p:nvPr/>
        </p:nvSpPr>
        <p:spPr>
          <a:xfrm>
            <a:off x="1297305" y="1397000"/>
            <a:ext cx="7846695" cy="1893339"/>
          </a:xfrm>
          <a:prstGeom prst="rect">
            <a:avLst/>
          </a:prstGeom>
          <a:noFill/>
          <a:ln>
            <a:noFill/>
          </a:ln>
        </p:spPr>
        <p:txBody>
          <a:bodyPr anchorCtr="0" anchor="t" bIns="45700" lIns="91425" spcFirstLastPara="1" rIns="91425" wrap="square" tIns="45700">
            <a:noAutofit/>
          </a:bodyPr>
          <a:lstStyle/>
          <a:p>
            <a:pPr indent="0" lvl="1" marL="342900" marR="0" rtl="0" algn="just">
              <a:lnSpc>
                <a:spcPct val="150000"/>
              </a:lnSpc>
              <a:spcBef>
                <a:spcPts val="0"/>
              </a:spcBef>
              <a:spcAft>
                <a:spcPts val="0"/>
              </a:spcAft>
              <a:buClr>
                <a:schemeClr val="dk1"/>
              </a:buClr>
              <a:buSzPts val="1600"/>
              <a:buFont typeface="Arial"/>
              <a:buNone/>
            </a:pPr>
            <a:r>
              <a:rPr b="1" i="0" lang="en" sz="1600" u="none" cap="none" strike="noStrike">
                <a:solidFill>
                  <a:schemeClr val="dk1"/>
                </a:solidFill>
                <a:latin typeface="Arial"/>
                <a:ea typeface="Arial"/>
                <a:cs typeface="Arial"/>
                <a:sym typeface="Arial"/>
              </a:rPr>
              <a:t>By Class Method 2</a:t>
            </a:r>
            <a:endParaRPr/>
          </a:p>
          <a:p>
            <a:pPr indent="-285750" lvl="1" marL="6286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querySelector(selector)</a:t>
            </a:r>
            <a:endParaRPr/>
          </a:p>
          <a:p>
            <a:pPr indent="-285750" lvl="1" marL="628650" marR="0" rtl="0" algn="just">
              <a:lnSpc>
                <a:spcPct val="150000"/>
              </a:lnSpc>
              <a:spcBef>
                <a:spcPts val="0"/>
              </a:spcBef>
              <a:spcAft>
                <a:spcPts val="0"/>
              </a:spcAft>
              <a:buClr>
                <a:schemeClr val="dk1"/>
              </a:buClr>
              <a:buSzPts val="1600"/>
              <a:buFont typeface="Arial"/>
              <a:buChar char="•"/>
            </a:pPr>
            <a:r>
              <a:rPr b="0" i="0" lang="en" sz="1600" u="none" cap="none" strike="noStrike">
                <a:solidFill>
                  <a:schemeClr val="dk1"/>
                </a:solidFill>
                <a:latin typeface="Arial"/>
                <a:ea typeface="Arial"/>
                <a:cs typeface="Arial"/>
                <a:sym typeface="Arial"/>
              </a:rPr>
              <a:t>let myElement = document.querySelector(".myClass p");</a:t>
            </a:r>
            <a:endParaRPr/>
          </a:p>
          <a:p>
            <a:pPr indent="-184150" lvl="1" marL="628650" marR="0" rtl="0" algn="just">
              <a:lnSpc>
                <a:spcPct val="15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0" lvl="1" marL="342900" marR="0" rtl="0" algn="just">
              <a:lnSpc>
                <a:spcPct val="15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p:txBody>
      </p:sp>
    </p:spTree>
  </p:cSld>
  <p:clrMapOvr>
    <a:masterClrMapping/>
  </p:clrMapOvr>
  <p:transition spd="slow">
    <p:push/>
  </p:transition>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3" name="Shape 1983"/>
        <p:cNvGrpSpPr/>
        <p:nvPr/>
      </p:nvGrpSpPr>
      <p:grpSpPr>
        <a:xfrm>
          <a:off x="0" y="0"/>
          <a:ext cx="0" cy="0"/>
          <a:chOff x="0" y="0"/>
          <a:chExt cx="0" cy="0"/>
        </a:xfrm>
      </p:grpSpPr>
      <p:sp>
        <p:nvSpPr>
          <p:cNvPr id="1984" name="Google Shape;1984;p153"/>
          <p:cNvSpPr/>
          <p:nvPr/>
        </p:nvSpPr>
        <p:spPr>
          <a:xfrm flipH="1">
            <a:off x="593725" y="596900"/>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985" name="Google Shape;1985;p153"/>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986" name="Google Shape;1986;p153"/>
          <p:cNvGrpSpPr/>
          <p:nvPr/>
        </p:nvGrpSpPr>
        <p:grpSpPr>
          <a:xfrm>
            <a:off x="593725" y="222821"/>
            <a:ext cx="8550275" cy="361950"/>
            <a:chOff x="0" y="0"/>
            <a:chExt cx="8550524" cy="362139"/>
          </a:xfrm>
        </p:grpSpPr>
        <p:sp>
          <p:nvSpPr>
            <p:cNvPr id="1987" name="Google Shape;1987;p153"/>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988" name="Google Shape;1988;p153"/>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1989" name="Google Shape;1989;p153"/>
          <p:cNvGrpSpPr/>
          <p:nvPr/>
        </p:nvGrpSpPr>
        <p:grpSpPr>
          <a:xfrm>
            <a:off x="0" y="576580"/>
            <a:ext cx="3806825" cy="539750"/>
            <a:chOff x="0" y="0"/>
            <a:chExt cx="3807075" cy="540000"/>
          </a:xfrm>
        </p:grpSpPr>
        <p:sp>
          <p:nvSpPr>
            <p:cNvPr id="1990" name="Google Shape;1990;p153"/>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DOM</a:t>
              </a:r>
              <a:endParaRPr/>
            </a:p>
          </p:txBody>
        </p:sp>
        <p:sp>
          <p:nvSpPr>
            <p:cNvPr id="1991" name="Google Shape;1991;p153"/>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1992" name="Google Shape;1992;p153"/>
          <p:cNvSpPr/>
          <p:nvPr/>
        </p:nvSpPr>
        <p:spPr>
          <a:xfrm>
            <a:off x="1297305" y="1397000"/>
            <a:ext cx="7846695" cy="1674946"/>
          </a:xfrm>
          <a:prstGeom prst="rect">
            <a:avLst/>
          </a:prstGeom>
          <a:noFill/>
          <a:ln>
            <a:noFill/>
          </a:ln>
        </p:spPr>
        <p:txBody>
          <a:bodyPr anchorCtr="0" anchor="t" bIns="45700" lIns="91425" spcFirstLastPara="1" rIns="91425" wrap="square" tIns="45700">
            <a:noAutofit/>
          </a:bodyPr>
          <a:lstStyle/>
          <a:p>
            <a:pPr indent="0" lvl="0" marL="0" marR="0" rtl="0" algn="l">
              <a:lnSpc>
                <a:spcPct val="200000"/>
              </a:lnSpc>
              <a:spcBef>
                <a:spcPts val="0"/>
              </a:spcBef>
              <a:spcAft>
                <a:spcPts val="0"/>
              </a:spcAft>
              <a:buClr>
                <a:schemeClr val="dk1"/>
              </a:buClr>
              <a:buSzPts val="1800"/>
              <a:buFont typeface="Arial"/>
              <a:buNone/>
            </a:pPr>
            <a:r>
              <a:rPr b="0" i="0" lang="en" sz="1800" u="none">
                <a:solidFill>
                  <a:schemeClr val="dk1"/>
                </a:solidFill>
                <a:latin typeface="Arial"/>
                <a:ea typeface="Arial"/>
                <a:cs typeface="Arial"/>
                <a:sym typeface="Arial"/>
              </a:rPr>
              <a:t>Manipulating elements in the DOM is a key aspect of working with the Document Object Model (DOM). JavaScript provides several methods for manipulating elements in the DOM.</a:t>
            </a:r>
            <a:endParaRPr b="0" i="0" sz="2600" u="none">
              <a:solidFill>
                <a:schemeClr val="dk1"/>
              </a:solidFill>
              <a:latin typeface="Arial"/>
              <a:ea typeface="Arial"/>
              <a:cs typeface="Arial"/>
              <a:sym typeface="Arial"/>
            </a:endParaRPr>
          </a:p>
        </p:txBody>
      </p:sp>
    </p:spTree>
  </p:cSld>
  <p:clrMapOvr>
    <a:masterClrMapping/>
  </p:clrMapOvr>
  <p:transition spd="slow">
    <p:push/>
  </p:transition>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6" name="Shape 1996"/>
        <p:cNvGrpSpPr/>
        <p:nvPr/>
      </p:nvGrpSpPr>
      <p:grpSpPr>
        <a:xfrm>
          <a:off x="0" y="0"/>
          <a:ext cx="0" cy="0"/>
          <a:chOff x="0" y="0"/>
          <a:chExt cx="0" cy="0"/>
        </a:xfrm>
      </p:grpSpPr>
      <p:sp>
        <p:nvSpPr>
          <p:cNvPr id="1997" name="Google Shape;1997;p154"/>
          <p:cNvSpPr/>
          <p:nvPr/>
        </p:nvSpPr>
        <p:spPr>
          <a:xfrm flipH="1">
            <a:off x="593725" y="596900"/>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1998" name="Google Shape;1998;p154"/>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1999" name="Google Shape;1999;p154"/>
          <p:cNvGrpSpPr/>
          <p:nvPr/>
        </p:nvGrpSpPr>
        <p:grpSpPr>
          <a:xfrm>
            <a:off x="593725" y="222821"/>
            <a:ext cx="8550275" cy="361950"/>
            <a:chOff x="0" y="0"/>
            <a:chExt cx="8550524" cy="362139"/>
          </a:xfrm>
        </p:grpSpPr>
        <p:sp>
          <p:nvSpPr>
            <p:cNvPr id="2000" name="Google Shape;2000;p154"/>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2001" name="Google Shape;2001;p154"/>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2002" name="Google Shape;2002;p154"/>
          <p:cNvGrpSpPr/>
          <p:nvPr/>
        </p:nvGrpSpPr>
        <p:grpSpPr>
          <a:xfrm>
            <a:off x="0" y="576580"/>
            <a:ext cx="3806825" cy="539750"/>
            <a:chOff x="0" y="0"/>
            <a:chExt cx="3807075" cy="540000"/>
          </a:xfrm>
        </p:grpSpPr>
        <p:sp>
          <p:nvSpPr>
            <p:cNvPr id="2003" name="Google Shape;2003;p154"/>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DOM</a:t>
              </a:r>
              <a:endParaRPr/>
            </a:p>
          </p:txBody>
        </p:sp>
        <p:sp>
          <p:nvSpPr>
            <p:cNvPr id="2004" name="Google Shape;2004;p154"/>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2005" name="Google Shape;2005;p154"/>
          <p:cNvSpPr/>
          <p:nvPr/>
        </p:nvSpPr>
        <p:spPr>
          <a:xfrm>
            <a:off x="1297305" y="1397000"/>
            <a:ext cx="7846695" cy="1162113"/>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Changing the content of an element: You can use the innerHTML property to change the content of an element. For example:</a:t>
            </a:r>
            <a:endParaRPr/>
          </a:p>
          <a:p>
            <a:pPr indent="0" lvl="0" marL="0" marR="0" rtl="0" algn="l">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p:txBody>
      </p:sp>
      <p:pic>
        <p:nvPicPr>
          <p:cNvPr id="2006" name="Google Shape;2006;p154"/>
          <p:cNvPicPr preferRelativeResize="0"/>
          <p:nvPr/>
        </p:nvPicPr>
        <p:blipFill rotWithShape="1">
          <a:blip r:embed="rId3">
            <a:alphaModFix/>
          </a:blip>
          <a:srcRect b="0" l="0" r="0" t="0"/>
          <a:stretch/>
        </p:blipFill>
        <p:spPr>
          <a:xfrm>
            <a:off x="1373143" y="2571750"/>
            <a:ext cx="6165498" cy="1064447"/>
          </a:xfrm>
          <a:prstGeom prst="rect">
            <a:avLst/>
          </a:prstGeom>
          <a:noFill/>
          <a:ln>
            <a:noFill/>
          </a:ln>
        </p:spPr>
      </p:pic>
    </p:spTree>
  </p:cSld>
  <p:clrMapOvr>
    <a:masterClrMapping/>
  </p:clrMapOvr>
  <p:transition spd="slow">
    <p:push/>
  </p:transition>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0" name="Shape 2010"/>
        <p:cNvGrpSpPr/>
        <p:nvPr/>
      </p:nvGrpSpPr>
      <p:grpSpPr>
        <a:xfrm>
          <a:off x="0" y="0"/>
          <a:ext cx="0" cy="0"/>
          <a:chOff x="0" y="0"/>
          <a:chExt cx="0" cy="0"/>
        </a:xfrm>
      </p:grpSpPr>
      <p:sp>
        <p:nvSpPr>
          <p:cNvPr id="2011" name="Google Shape;2011;p155"/>
          <p:cNvSpPr/>
          <p:nvPr/>
        </p:nvSpPr>
        <p:spPr>
          <a:xfrm flipH="1">
            <a:off x="593725" y="596900"/>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2012" name="Google Shape;2012;p155"/>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2013" name="Google Shape;2013;p155"/>
          <p:cNvGrpSpPr/>
          <p:nvPr/>
        </p:nvGrpSpPr>
        <p:grpSpPr>
          <a:xfrm>
            <a:off x="593725" y="222821"/>
            <a:ext cx="8550275" cy="361950"/>
            <a:chOff x="0" y="0"/>
            <a:chExt cx="8550524" cy="362139"/>
          </a:xfrm>
        </p:grpSpPr>
        <p:sp>
          <p:nvSpPr>
            <p:cNvPr id="2014" name="Google Shape;2014;p155"/>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2015" name="Google Shape;2015;p155"/>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2016" name="Google Shape;2016;p155"/>
          <p:cNvGrpSpPr/>
          <p:nvPr/>
        </p:nvGrpSpPr>
        <p:grpSpPr>
          <a:xfrm>
            <a:off x="0" y="576580"/>
            <a:ext cx="3806825" cy="539750"/>
            <a:chOff x="0" y="0"/>
            <a:chExt cx="3807075" cy="540000"/>
          </a:xfrm>
        </p:grpSpPr>
        <p:sp>
          <p:nvSpPr>
            <p:cNvPr id="2017" name="Google Shape;2017;p155"/>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DOM</a:t>
              </a:r>
              <a:endParaRPr/>
            </a:p>
          </p:txBody>
        </p:sp>
        <p:sp>
          <p:nvSpPr>
            <p:cNvPr id="2018" name="Google Shape;2018;p155"/>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2019" name="Google Shape;2019;p155"/>
          <p:cNvSpPr/>
          <p:nvPr/>
        </p:nvSpPr>
        <p:spPr>
          <a:xfrm>
            <a:off x="1297305" y="1397000"/>
            <a:ext cx="7846695" cy="792781"/>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Changing the attributes of an element: You can use the setAttribute method to change the value of an attribute. </a:t>
            </a:r>
            <a:endParaRPr/>
          </a:p>
        </p:txBody>
      </p:sp>
      <p:pic>
        <p:nvPicPr>
          <p:cNvPr id="2020" name="Google Shape;2020;p155"/>
          <p:cNvPicPr preferRelativeResize="0"/>
          <p:nvPr/>
        </p:nvPicPr>
        <p:blipFill rotWithShape="1">
          <a:blip r:embed="rId3">
            <a:alphaModFix/>
          </a:blip>
          <a:srcRect b="0" l="0" r="0" t="0"/>
          <a:stretch/>
        </p:blipFill>
        <p:spPr>
          <a:xfrm>
            <a:off x="1381166" y="2445735"/>
            <a:ext cx="6780877" cy="1078131"/>
          </a:xfrm>
          <a:prstGeom prst="rect">
            <a:avLst/>
          </a:prstGeom>
          <a:noFill/>
          <a:ln>
            <a:noFill/>
          </a:ln>
        </p:spPr>
      </p:pic>
    </p:spTree>
  </p:cSld>
  <p:clrMapOvr>
    <a:masterClrMapping/>
  </p:clrMapOvr>
  <p:transition spd="slow">
    <p:push/>
  </p:transition>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4" name="Shape 2024"/>
        <p:cNvGrpSpPr/>
        <p:nvPr/>
      </p:nvGrpSpPr>
      <p:grpSpPr>
        <a:xfrm>
          <a:off x="0" y="0"/>
          <a:ext cx="0" cy="0"/>
          <a:chOff x="0" y="0"/>
          <a:chExt cx="0" cy="0"/>
        </a:xfrm>
      </p:grpSpPr>
      <p:sp>
        <p:nvSpPr>
          <p:cNvPr id="2025" name="Google Shape;2025;p156"/>
          <p:cNvSpPr/>
          <p:nvPr/>
        </p:nvSpPr>
        <p:spPr>
          <a:xfrm flipH="1">
            <a:off x="593725" y="596900"/>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2026" name="Google Shape;2026;p156"/>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2027" name="Google Shape;2027;p156"/>
          <p:cNvGrpSpPr/>
          <p:nvPr/>
        </p:nvGrpSpPr>
        <p:grpSpPr>
          <a:xfrm>
            <a:off x="593725" y="222821"/>
            <a:ext cx="8550275" cy="361950"/>
            <a:chOff x="0" y="0"/>
            <a:chExt cx="8550524" cy="362139"/>
          </a:xfrm>
        </p:grpSpPr>
        <p:sp>
          <p:nvSpPr>
            <p:cNvPr id="2028" name="Google Shape;2028;p156"/>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2029" name="Google Shape;2029;p156"/>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2030" name="Google Shape;2030;p156"/>
          <p:cNvGrpSpPr/>
          <p:nvPr/>
        </p:nvGrpSpPr>
        <p:grpSpPr>
          <a:xfrm>
            <a:off x="0" y="576580"/>
            <a:ext cx="3806825" cy="539750"/>
            <a:chOff x="0" y="0"/>
            <a:chExt cx="3807075" cy="540000"/>
          </a:xfrm>
        </p:grpSpPr>
        <p:sp>
          <p:nvSpPr>
            <p:cNvPr id="2031" name="Google Shape;2031;p156"/>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Manipulation</a:t>
              </a:r>
              <a:endParaRPr b="1" i="0" sz="1800" u="none">
                <a:solidFill>
                  <a:srgbClr val="FFFFFF"/>
                </a:solidFill>
                <a:latin typeface="Calibri"/>
                <a:ea typeface="Calibri"/>
                <a:cs typeface="Calibri"/>
                <a:sym typeface="Calibri"/>
              </a:endParaRPr>
            </a:p>
          </p:txBody>
        </p:sp>
        <p:sp>
          <p:nvSpPr>
            <p:cNvPr id="2032" name="Google Shape;2032;p156"/>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2033" name="Google Shape;2033;p156"/>
          <p:cNvSpPr/>
          <p:nvPr/>
        </p:nvSpPr>
        <p:spPr>
          <a:xfrm>
            <a:off x="1297305" y="1397000"/>
            <a:ext cx="7846695" cy="792781"/>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Adding elements to the DOM: You can use the createElement method to create a new element and the appendChild method to add it to the DOM. For example:</a:t>
            </a:r>
            <a:endParaRPr/>
          </a:p>
        </p:txBody>
      </p:sp>
      <p:pic>
        <p:nvPicPr>
          <p:cNvPr id="2034" name="Google Shape;2034;p156"/>
          <p:cNvPicPr preferRelativeResize="0"/>
          <p:nvPr/>
        </p:nvPicPr>
        <p:blipFill rotWithShape="1">
          <a:blip r:embed="rId3">
            <a:alphaModFix/>
          </a:blip>
          <a:srcRect b="0" l="0" r="0" t="0"/>
          <a:stretch/>
        </p:blipFill>
        <p:spPr>
          <a:xfrm>
            <a:off x="1385498" y="2470451"/>
            <a:ext cx="7164777" cy="1875226"/>
          </a:xfrm>
          <a:prstGeom prst="rect">
            <a:avLst/>
          </a:prstGeom>
          <a:noFill/>
          <a:ln>
            <a:noFill/>
          </a:ln>
        </p:spPr>
      </p:pic>
    </p:spTree>
  </p:cSld>
  <p:clrMapOvr>
    <a:masterClrMapping/>
  </p:clrMapOvr>
  <p:transition spd="slow">
    <p:push/>
  </p:transition>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8" name="Shape 2038"/>
        <p:cNvGrpSpPr/>
        <p:nvPr/>
      </p:nvGrpSpPr>
      <p:grpSpPr>
        <a:xfrm>
          <a:off x="0" y="0"/>
          <a:ext cx="0" cy="0"/>
          <a:chOff x="0" y="0"/>
          <a:chExt cx="0" cy="0"/>
        </a:xfrm>
      </p:grpSpPr>
      <p:sp>
        <p:nvSpPr>
          <p:cNvPr id="2039" name="Google Shape;2039;p157"/>
          <p:cNvSpPr/>
          <p:nvPr/>
        </p:nvSpPr>
        <p:spPr>
          <a:xfrm flipH="1">
            <a:off x="593725" y="596900"/>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2040" name="Google Shape;2040;p157"/>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2041" name="Google Shape;2041;p157"/>
          <p:cNvGrpSpPr/>
          <p:nvPr/>
        </p:nvGrpSpPr>
        <p:grpSpPr>
          <a:xfrm>
            <a:off x="593725" y="222821"/>
            <a:ext cx="8550275" cy="361950"/>
            <a:chOff x="0" y="0"/>
            <a:chExt cx="8550524" cy="362139"/>
          </a:xfrm>
        </p:grpSpPr>
        <p:sp>
          <p:nvSpPr>
            <p:cNvPr id="2042" name="Google Shape;2042;p157"/>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2043" name="Google Shape;2043;p157"/>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2044" name="Google Shape;2044;p157"/>
          <p:cNvGrpSpPr/>
          <p:nvPr/>
        </p:nvGrpSpPr>
        <p:grpSpPr>
          <a:xfrm>
            <a:off x="0" y="576580"/>
            <a:ext cx="3806825" cy="539750"/>
            <a:chOff x="0" y="0"/>
            <a:chExt cx="3807075" cy="540000"/>
          </a:xfrm>
        </p:grpSpPr>
        <p:sp>
          <p:nvSpPr>
            <p:cNvPr id="2045" name="Google Shape;2045;p157"/>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Manipulation</a:t>
              </a:r>
              <a:endParaRPr b="1" i="0" sz="1800" u="none">
                <a:solidFill>
                  <a:srgbClr val="FFFFFF"/>
                </a:solidFill>
                <a:latin typeface="Calibri"/>
                <a:ea typeface="Calibri"/>
                <a:cs typeface="Calibri"/>
                <a:sym typeface="Calibri"/>
              </a:endParaRPr>
            </a:p>
          </p:txBody>
        </p:sp>
        <p:sp>
          <p:nvSpPr>
            <p:cNvPr id="2046" name="Google Shape;2046;p157"/>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2047" name="Google Shape;2047;p157"/>
          <p:cNvSpPr/>
          <p:nvPr/>
        </p:nvSpPr>
        <p:spPr>
          <a:xfrm>
            <a:off x="1297305" y="1397000"/>
            <a:ext cx="7846695" cy="792781"/>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Removing elements from the DOM: You can use the removeChild method to remove an element from the DOM. For example:</a:t>
            </a:r>
            <a:endParaRPr/>
          </a:p>
        </p:txBody>
      </p:sp>
      <p:pic>
        <p:nvPicPr>
          <p:cNvPr id="2048" name="Google Shape;2048;p157"/>
          <p:cNvPicPr preferRelativeResize="0"/>
          <p:nvPr/>
        </p:nvPicPr>
        <p:blipFill rotWithShape="1">
          <a:blip r:embed="rId3">
            <a:alphaModFix/>
          </a:blip>
          <a:srcRect b="0" l="0" r="0" t="0"/>
          <a:stretch/>
        </p:blipFill>
        <p:spPr>
          <a:xfrm>
            <a:off x="1370690" y="2759656"/>
            <a:ext cx="6855134" cy="1324663"/>
          </a:xfrm>
          <a:prstGeom prst="rect">
            <a:avLst/>
          </a:prstGeom>
          <a:noFill/>
          <a:ln>
            <a:noFill/>
          </a:ln>
        </p:spPr>
      </p:pic>
    </p:spTree>
  </p:cSld>
  <p:clrMapOvr>
    <a:masterClrMapping/>
  </p:clrMapOvr>
  <p:transition spd="slow">
    <p:push/>
  </p:transition>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2" name="Shape 2052"/>
        <p:cNvGrpSpPr/>
        <p:nvPr/>
      </p:nvGrpSpPr>
      <p:grpSpPr>
        <a:xfrm>
          <a:off x="0" y="0"/>
          <a:ext cx="0" cy="0"/>
          <a:chOff x="0" y="0"/>
          <a:chExt cx="0" cy="0"/>
        </a:xfrm>
      </p:grpSpPr>
      <p:sp>
        <p:nvSpPr>
          <p:cNvPr id="2053" name="Google Shape;2053;p158"/>
          <p:cNvSpPr/>
          <p:nvPr/>
        </p:nvSpPr>
        <p:spPr>
          <a:xfrm flipH="1">
            <a:off x="593725" y="596900"/>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2054" name="Google Shape;2054;p158"/>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2055" name="Google Shape;2055;p158"/>
          <p:cNvGrpSpPr/>
          <p:nvPr/>
        </p:nvGrpSpPr>
        <p:grpSpPr>
          <a:xfrm>
            <a:off x="593725" y="222821"/>
            <a:ext cx="8550275" cy="361950"/>
            <a:chOff x="0" y="0"/>
            <a:chExt cx="8550524" cy="362139"/>
          </a:xfrm>
        </p:grpSpPr>
        <p:sp>
          <p:nvSpPr>
            <p:cNvPr id="2056" name="Google Shape;2056;p158"/>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2057" name="Google Shape;2057;p158"/>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2058" name="Google Shape;2058;p158"/>
          <p:cNvGrpSpPr/>
          <p:nvPr/>
        </p:nvGrpSpPr>
        <p:grpSpPr>
          <a:xfrm>
            <a:off x="0" y="576580"/>
            <a:ext cx="3806825" cy="539750"/>
            <a:chOff x="0" y="0"/>
            <a:chExt cx="3807075" cy="540000"/>
          </a:xfrm>
        </p:grpSpPr>
        <p:sp>
          <p:nvSpPr>
            <p:cNvPr id="2059" name="Google Shape;2059;p158"/>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Manipulation</a:t>
              </a:r>
              <a:endParaRPr b="1" i="0" sz="1800" u="none">
                <a:solidFill>
                  <a:srgbClr val="FFFFFF"/>
                </a:solidFill>
                <a:latin typeface="Calibri"/>
                <a:ea typeface="Calibri"/>
                <a:cs typeface="Calibri"/>
                <a:sym typeface="Calibri"/>
              </a:endParaRPr>
            </a:p>
          </p:txBody>
        </p:sp>
        <p:sp>
          <p:nvSpPr>
            <p:cNvPr id="2060" name="Google Shape;2060;p158"/>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2061" name="Google Shape;2061;p158"/>
          <p:cNvSpPr/>
          <p:nvPr/>
        </p:nvSpPr>
        <p:spPr>
          <a:xfrm>
            <a:off x="1297305" y="1397000"/>
            <a:ext cx="7846695" cy="792781"/>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Changing the style of elements: You can use the style property to change the style of an element. For example:</a:t>
            </a:r>
            <a:endParaRPr/>
          </a:p>
        </p:txBody>
      </p:sp>
      <p:pic>
        <p:nvPicPr>
          <p:cNvPr id="2062" name="Google Shape;2062;p158"/>
          <p:cNvPicPr preferRelativeResize="0"/>
          <p:nvPr/>
        </p:nvPicPr>
        <p:blipFill rotWithShape="1">
          <a:blip r:embed="rId3">
            <a:alphaModFix/>
          </a:blip>
          <a:srcRect b="0" l="0" r="0" t="0"/>
          <a:stretch/>
        </p:blipFill>
        <p:spPr>
          <a:xfrm>
            <a:off x="1418648" y="2386250"/>
            <a:ext cx="6480565" cy="1684306"/>
          </a:xfrm>
          <a:prstGeom prst="rect">
            <a:avLst/>
          </a:prstGeom>
          <a:noFill/>
          <a:ln>
            <a:noFill/>
          </a:ln>
        </p:spPr>
      </p:pic>
    </p:spTree>
  </p:cSld>
  <p:clrMapOvr>
    <a:masterClrMapping/>
  </p:clrMapOvr>
  <p:transition spd="slow">
    <p:push/>
  </p:transition>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6" name="Shape 2066"/>
        <p:cNvGrpSpPr/>
        <p:nvPr/>
      </p:nvGrpSpPr>
      <p:grpSpPr>
        <a:xfrm>
          <a:off x="0" y="0"/>
          <a:ext cx="0" cy="0"/>
          <a:chOff x="0" y="0"/>
          <a:chExt cx="0" cy="0"/>
        </a:xfrm>
      </p:grpSpPr>
      <p:sp>
        <p:nvSpPr>
          <p:cNvPr id="2067" name="Google Shape;2067;p159"/>
          <p:cNvSpPr/>
          <p:nvPr/>
        </p:nvSpPr>
        <p:spPr>
          <a:xfrm flipH="1">
            <a:off x="593725" y="596900"/>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2068" name="Google Shape;2068;p159"/>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2069" name="Google Shape;2069;p159"/>
          <p:cNvGrpSpPr/>
          <p:nvPr/>
        </p:nvGrpSpPr>
        <p:grpSpPr>
          <a:xfrm>
            <a:off x="593725" y="222821"/>
            <a:ext cx="8550275" cy="361950"/>
            <a:chOff x="0" y="0"/>
            <a:chExt cx="8550524" cy="362139"/>
          </a:xfrm>
        </p:grpSpPr>
        <p:sp>
          <p:nvSpPr>
            <p:cNvPr id="2070" name="Google Shape;2070;p159"/>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2071" name="Google Shape;2071;p159"/>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2072" name="Google Shape;2072;p159"/>
          <p:cNvGrpSpPr/>
          <p:nvPr/>
        </p:nvGrpSpPr>
        <p:grpSpPr>
          <a:xfrm>
            <a:off x="0" y="576580"/>
            <a:ext cx="3806825" cy="539750"/>
            <a:chOff x="0" y="0"/>
            <a:chExt cx="3807075" cy="540000"/>
          </a:xfrm>
        </p:grpSpPr>
        <p:sp>
          <p:nvSpPr>
            <p:cNvPr id="2073" name="Google Shape;2073;p159"/>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Manipulation</a:t>
              </a:r>
              <a:endParaRPr b="1" i="0" sz="1800" u="none">
                <a:solidFill>
                  <a:srgbClr val="FFFFFF"/>
                </a:solidFill>
                <a:latin typeface="Calibri"/>
                <a:ea typeface="Calibri"/>
                <a:cs typeface="Calibri"/>
                <a:sym typeface="Calibri"/>
              </a:endParaRPr>
            </a:p>
          </p:txBody>
        </p:sp>
        <p:sp>
          <p:nvSpPr>
            <p:cNvPr id="2074" name="Google Shape;2074;p159"/>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2075" name="Google Shape;2075;p159"/>
          <p:cNvSpPr/>
          <p:nvPr/>
        </p:nvSpPr>
        <p:spPr>
          <a:xfrm>
            <a:off x="1297305" y="1397000"/>
            <a:ext cx="7846695" cy="792781"/>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You can also use classList property, to add, remove or toggle a class to an element and thus change its style</a:t>
            </a:r>
            <a:endParaRPr/>
          </a:p>
        </p:txBody>
      </p:sp>
      <p:pic>
        <p:nvPicPr>
          <p:cNvPr id="2076" name="Google Shape;2076;p159"/>
          <p:cNvPicPr preferRelativeResize="0"/>
          <p:nvPr/>
        </p:nvPicPr>
        <p:blipFill rotWithShape="1">
          <a:blip r:embed="rId3">
            <a:alphaModFix/>
          </a:blip>
          <a:srcRect b="0" l="0" r="0" t="0"/>
          <a:stretch/>
        </p:blipFill>
        <p:spPr>
          <a:xfrm>
            <a:off x="1348207" y="2348797"/>
            <a:ext cx="6690258" cy="1823311"/>
          </a:xfrm>
          <a:prstGeom prst="rect">
            <a:avLst/>
          </a:prstGeom>
          <a:noFill/>
          <a:ln>
            <a:noFill/>
          </a:ln>
        </p:spPr>
      </p:pic>
    </p:spTree>
  </p:cSld>
  <p:clrMapOvr>
    <a:masterClrMapping/>
  </p:clrMapOvr>
  <p:transition spd="slow">
    <p:push/>
  </p:transition>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0" name="Shape 2080"/>
        <p:cNvGrpSpPr/>
        <p:nvPr/>
      </p:nvGrpSpPr>
      <p:grpSpPr>
        <a:xfrm>
          <a:off x="0" y="0"/>
          <a:ext cx="0" cy="0"/>
          <a:chOff x="0" y="0"/>
          <a:chExt cx="0" cy="0"/>
        </a:xfrm>
      </p:grpSpPr>
      <p:sp>
        <p:nvSpPr>
          <p:cNvPr id="2081" name="Google Shape;2081;p160"/>
          <p:cNvSpPr/>
          <p:nvPr/>
        </p:nvSpPr>
        <p:spPr>
          <a:xfrm flipH="1">
            <a:off x="593725" y="596900"/>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2082" name="Google Shape;2082;p160"/>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2083" name="Google Shape;2083;p160"/>
          <p:cNvGrpSpPr/>
          <p:nvPr/>
        </p:nvGrpSpPr>
        <p:grpSpPr>
          <a:xfrm>
            <a:off x="593725" y="221551"/>
            <a:ext cx="8550275" cy="361950"/>
            <a:chOff x="0" y="0"/>
            <a:chExt cx="8550524" cy="362139"/>
          </a:xfrm>
        </p:grpSpPr>
        <p:sp>
          <p:nvSpPr>
            <p:cNvPr id="2084" name="Google Shape;2084;p160"/>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2085" name="Google Shape;2085;p160"/>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2086" name="Google Shape;2086;p160"/>
          <p:cNvGrpSpPr/>
          <p:nvPr/>
        </p:nvGrpSpPr>
        <p:grpSpPr>
          <a:xfrm>
            <a:off x="0" y="576580"/>
            <a:ext cx="3806825" cy="539750"/>
            <a:chOff x="0" y="0"/>
            <a:chExt cx="3807075" cy="540000"/>
          </a:xfrm>
        </p:grpSpPr>
        <p:sp>
          <p:nvSpPr>
            <p:cNvPr id="2087" name="Google Shape;2087;p160"/>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Manipulation</a:t>
              </a:r>
              <a:endParaRPr b="1" i="0" sz="1800" u="none">
                <a:solidFill>
                  <a:srgbClr val="FFFFFF"/>
                </a:solidFill>
                <a:latin typeface="Calibri"/>
                <a:ea typeface="Calibri"/>
                <a:cs typeface="Calibri"/>
                <a:sym typeface="Calibri"/>
              </a:endParaRPr>
            </a:p>
          </p:txBody>
        </p:sp>
        <p:sp>
          <p:nvSpPr>
            <p:cNvPr id="2088" name="Google Shape;2088;p160"/>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pic>
        <p:nvPicPr>
          <p:cNvPr id="2089" name="Google Shape;2089;p160"/>
          <p:cNvPicPr preferRelativeResize="0"/>
          <p:nvPr/>
        </p:nvPicPr>
        <p:blipFill rotWithShape="1">
          <a:blip r:embed="rId3">
            <a:alphaModFix/>
          </a:blip>
          <a:srcRect b="0" l="0" r="0" t="0"/>
          <a:stretch/>
        </p:blipFill>
        <p:spPr>
          <a:xfrm>
            <a:off x="2348291" y="1017110"/>
            <a:ext cx="4447417" cy="3706180"/>
          </a:xfrm>
          <a:prstGeom prst="rect">
            <a:avLst/>
          </a:prstGeom>
          <a:noFill/>
          <a:ln>
            <a:noFill/>
          </a:ln>
        </p:spPr>
      </p:pic>
      <p:sp>
        <p:nvSpPr>
          <p:cNvPr id="2090" name="Google Shape;2090;p160"/>
          <p:cNvSpPr/>
          <p:nvPr/>
        </p:nvSpPr>
        <p:spPr>
          <a:xfrm>
            <a:off x="1297305" y="1397000"/>
            <a:ext cx="7846695" cy="188199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2000"/>
              <a:buFont typeface="Arial"/>
              <a:buNone/>
            </a:pPr>
            <a:r>
              <a:rPr b="0" i="0" lang="en" sz="2000" u="none">
                <a:solidFill>
                  <a:schemeClr val="dk1"/>
                </a:solidFill>
                <a:latin typeface="Arial"/>
                <a:ea typeface="Arial"/>
                <a:cs typeface="Arial"/>
                <a:sym typeface="Arial"/>
              </a:rPr>
              <a:t>It's important to note that, manipulating elements can cause changes in the layout of the webpage, and thus affect the user experience, so its recommended to be careful and test the changes before deploying them.</a:t>
            </a:r>
            <a:endParaRPr/>
          </a:p>
        </p:txBody>
      </p:sp>
    </p:spTree>
  </p:cSld>
  <p:clrMapOvr>
    <a:masterClrMapping/>
  </p:clrMapOvr>
  <p:transition spd="slow">
    <p:push/>
  </p:transition>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4" name="Shape 2094"/>
        <p:cNvGrpSpPr/>
        <p:nvPr/>
      </p:nvGrpSpPr>
      <p:grpSpPr>
        <a:xfrm>
          <a:off x="0" y="0"/>
          <a:ext cx="0" cy="0"/>
          <a:chOff x="0" y="0"/>
          <a:chExt cx="0" cy="0"/>
        </a:xfrm>
      </p:grpSpPr>
      <p:sp>
        <p:nvSpPr>
          <p:cNvPr id="2095" name="Google Shape;2095;p161"/>
          <p:cNvSpPr/>
          <p:nvPr/>
        </p:nvSpPr>
        <p:spPr>
          <a:xfrm flipH="1">
            <a:off x="593725" y="596900"/>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2096" name="Google Shape;2096;p161"/>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2097" name="Google Shape;2097;p161"/>
          <p:cNvGrpSpPr/>
          <p:nvPr/>
        </p:nvGrpSpPr>
        <p:grpSpPr>
          <a:xfrm>
            <a:off x="593725" y="222821"/>
            <a:ext cx="8550275" cy="361950"/>
            <a:chOff x="0" y="0"/>
            <a:chExt cx="8550524" cy="362139"/>
          </a:xfrm>
        </p:grpSpPr>
        <p:sp>
          <p:nvSpPr>
            <p:cNvPr id="2098" name="Google Shape;2098;p161"/>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2099" name="Google Shape;2099;p161"/>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2100" name="Google Shape;2100;p161"/>
          <p:cNvGrpSpPr/>
          <p:nvPr/>
        </p:nvGrpSpPr>
        <p:grpSpPr>
          <a:xfrm>
            <a:off x="0" y="576580"/>
            <a:ext cx="3806825" cy="539750"/>
            <a:chOff x="0" y="0"/>
            <a:chExt cx="3807075" cy="540000"/>
          </a:xfrm>
        </p:grpSpPr>
        <p:sp>
          <p:nvSpPr>
            <p:cNvPr id="2101" name="Google Shape;2101;p161"/>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Event Listeners</a:t>
              </a:r>
              <a:endParaRPr b="1" i="0" sz="1800" u="none">
                <a:solidFill>
                  <a:srgbClr val="FFFFFF"/>
                </a:solidFill>
                <a:latin typeface="Calibri"/>
                <a:ea typeface="Calibri"/>
                <a:cs typeface="Calibri"/>
                <a:sym typeface="Calibri"/>
              </a:endParaRPr>
            </a:p>
          </p:txBody>
        </p:sp>
        <p:sp>
          <p:nvSpPr>
            <p:cNvPr id="2102" name="Google Shape;2102;p161"/>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2103" name="Google Shape;2103;p161"/>
          <p:cNvSpPr/>
          <p:nvPr/>
        </p:nvSpPr>
        <p:spPr>
          <a:xfrm>
            <a:off x="1297305" y="1397000"/>
            <a:ext cx="7846695" cy="2957861"/>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800"/>
              <a:buFont typeface="Arial"/>
              <a:buNone/>
            </a:pPr>
            <a:r>
              <a:rPr b="0" i="0" lang="en" sz="1800" u="none">
                <a:solidFill>
                  <a:schemeClr val="dk1"/>
                </a:solidFill>
                <a:latin typeface="Arial"/>
                <a:ea typeface="Arial"/>
                <a:cs typeface="Arial"/>
                <a:sym typeface="Arial"/>
              </a:rPr>
              <a:t>Events and event listeners are a key aspect of client-side web development, and are used to respond to user interactions and other events that occur in the browser.</a:t>
            </a:r>
            <a:endParaRPr/>
          </a:p>
          <a:p>
            <a:pPr indent="0" lvl="0" marL="0" marR="0" rtl="0" algn="l">
              <a:lnSpc>
                <a:spcPct val="150000"/>
              </a:lnSpc>
              <a:spcBef>
                <a:spcPts val="0"/>
              </a:spcBef>
              <a:spcAft>
                <a:spcPts val="0"/>
              </a:spcAft>
              <a:buClr>
                <a:schemeClr val="dk1"/>
              </a:buClr>
              <a:buSzPts val="1800"/>
              <a:buFont typeface="Arial"/>
              <a:buNone/>
            </a:pPr>
            <a:r>
              <a:t/>
            </a:r>
            <a:endParaRPr b="0" i="0" sz="1800" u="non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 sz="1800" u="none">
                <a:solidFill>
                  <a:schemeClr val="dk1"/>
                </a:solidFill>
                <a:latin typeface="Arial"/>
                <a:ea typeface="Arial"/>
                <a:cs typeface="Arial"/>
                <a:sym typeface="Arial"/>
              </a:rPr>
              <a:t>An </a:t>
            </a:r>
            <a:r>
              <a:rPr b="0" i="0" lang="en" sz="1800" u="none">
                <a:solidFill>
                  <a:srgbClr val="6666FF"/>
                </a:solidFill>
                <a:latin typeface="Arial"/>
                <a:ea typeface="Arial"/>
                <a:cs typeface="Arial"/>
                <a:sym typeface="Arial"/>
              </a:rPr>
              <a:t>event</a:t>
            </a:r>
            <a:r>
              <a:rPr b="0" i="0" lang="en" sz="1800" u="none">
                <a:solidFill>
                  <a:schemeClr val="dk1"/>
                </a:solidFill>
                <a:latin typeface="Arial"/>
                <a:ea typeface="Arial"/>
                <a:cs typeface="Arial"/>
                <a:sym typeface="Arial"/>
              </a:rPr>
              <a:t> is an action or occurrence, such as a button click, a page load, or a form submission, that can be detected by JavaScript. An </a:t>
            </a:r>
            <a:r>
              <a:rPr b="0" i="0" lang="en" sz="1800" u="none">
                <a:solidFill>
                  <a:srgbClr val="6666FF"/>
                </a:solidFill>
                <a:latin typeface="Arial"/>
                <a:ea typeface="Arial"/>
                <a:cs typeface="Arial"/>
                <a:sym typeface="Arial"/>
              </a:rPr>
              <a:t>event listener </a:t>
            </a:r>
            <a:r>
              <a:rPr b="0" i="0" lang="en" sz="1800" u="none">
                <a:solidFill>
                  <a:schemeClr val="dk1"/>
                </a:solidFill>
                <a:latin typeface="Arial"/>
                <a:ea typeface="Arial"/>
                <a:cs typeface="Arial"/>
                <a:sym typeface="Arial"/>
              </a:rPr>
              <a:t>is a function that is called in response to a specific event.</a:t>
            </a:r>
            <a:endParaRPr/>
          </a:p>
        </p:txBody>
      </p:sp>
    </p:spTree>
  </p:cSld>
  <p:clrMapOvr>
    <a:masterClrMapping/>
  </p:clrMapOvr>
  <p:transition spd="slow">
    <p:push/>
  </p:transition>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7" name="Shape 2107"/>
        <p:cNvGrpSpPr/>
        <p:nvPr/>
      </p:nvGrpSpPr>
      <p:grpSpPr>
        <a:xfrm>
          <a:off x="0" y="0"/>
          <a:ext cx="0" cy="0"/>
          <a:chOff x="0" y="0"/>
          <a:chExt cx="0" cy="0"/>
        </a:xfrm>
      </p:grpSpPr>
      <p:sp>
        <p:nvSpPr>
          <p:cNvPr id="2108" name="Google Shape;2108;p162"/>
          <p:cNvSpPr/>
          <p:nvPr/>
        </p:nvSpPr>
        <p:spPr>
          <a:xfrm flipH="1">
            <a:off x="593725" y="596900"/>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2109" name="Google Shape;2109;p162"/>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2110" name="Google Shape;2110;p162"/>
          <p:cNvGrpSpPr/>
          <p:nvPr/>
        </p:nvGrpSpPr>
        <p:grpSpPr>
          <a:xfrm>
            <a:off x="593725" y="222821"/>
            <a:ext cx="8550275" cy="361950"/>
            <a:chOff x="0" y="0"/>
            <a:chExt cx="8550524" cy="362139"/>
          </a:xfrm>
        </p:grpSpPr>
        <p:sp>
          <p:nvSpPr>
            <p:cNvPr id="2111" name="Google Shape;2111;p162"/>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2112" name="Google Shape;2112;p162"/>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2113" name="Google Shape;2113;p162"/>
          <p:cNvGrpSpPr/>
          <p:nvPr/>
        </p:nvGrpSpPr>
        <p:grpSpPr>
          <a:xfrm>
            <a:off x="0" y="576580"/>
            <a:ext cx="3806825" cy="539750"/>
            <a:chOff x="0" y="0"/>
            <a:chExt cx="3807075" cy="540000"/>
          </a:xfrm>
        </p:grpSpPr>
        <p:sp>
          <p:nvSpPr>
            <p:cNvPr id="2114" name="Google Shape;2114;p162"/>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Event Listeners</a:t>
              </a:r>
              <a:endParaRPr b="1" i="0" sz="1800" u="none">
                <a:solidFill>
                  <a:srgbClr val="FFFFFF"/>
                </a:solidFill>
                <a:latin typeface="Calibri"/>
                <a:ea typeface="Calibri"/>
                <a:cs typeface="Calibri"/>
                <a:sym typeface="Calibri"/>
              </a:endParaRPr>
            </a:p>
          </p:txBody>
        </p:sp>
        <p:sp>
          <p:nvSpPr>
            <p:cNvPr id="2115" name="Google Shape;2115;p162"/>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2116" name="Google Shape;2116;p162"/>
          <p:cNvSpPr/>
          <p:nvPr/>
        </p:nvSpPr>
        <p:spPr>
          <a:xfrm>
            <a:off x="1297305" y="1397000"/>
            <a:ext cx="7846695" cy="2632003"/>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JavaScript provides several methods for working with events and event listeners.</a:t>
            </a:r>
            <a:endParaRPr/>
          </a:p>
          <a:p>
            <a:pPr indent="0" lvl="0" marL="0" marR="0" rtl="0" algn="l">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Event listeners are a powerful tool for creating dynamic and interactive websites. They allow you to respond to user interactions and other events in a way that is both efficient</a:t>
            </a:r>
            <a:endParaRPr/>
          </a:p>
          <a:p>
            <a:pPr indent="0" lvl="0" marL="0" marR="0" rtl="0" algn="l">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p:txBody>
      </p:sp>
    </p:spTree>
  </p:cSld>
  <p:clrMapOvr>
    <a:masterClrMapping/>
  </p:clrMapOvr>
  <p:transition spd="slow">
    <p:push/>
  </p:transition>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0" name="Shape 2120"/>
        <p:cNvGrpSpPr/>
        <p:nvPr/>
      </p:nvGrpSpPr>
      <p:grpSpPr>
        <a:xfrm>
          <a:off x="0" y="0"/>
          <a:ext cx="0" cy="0"/>
          <a:chOff x="0" y="0"/>
          <a:chExt cx="0" cy="0"/>
        </a:xfrm>
      </p:grpSpPr>
      <p:sp>
        <p:nvSpPr>
          <p:cNvPr id="2121" name="Google Shape;2121;p163"/>
          <p:cNvSpPr/>
          <p:nvPr/>
        </p:nvSpPr>
        <p:spPr>
          <a:xfrm flipH="1">
            <a:off x="593725" y="596900"/>
            <a:ext cx="360363" cy="45466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2122" name="Google Shape;2122;p163"/>
          <p:cNvSpPr/>
          <p:nvPr/>
        </p:nvSpPr>
        <p:spPr>
          <a:xfrm flipH="1" rot="10800000">
            <a:off x="3267075" y="0"/>
            <a:ext cx="539750" cy="596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2123" name="Google Shape;2123;p163"/>
          <p:cNvGrpSpPr/>
          <p:nvPr/>
        </p:nvGrpSpPr>
        <p:grpSpPr>
          <a:xfrm>
            <a:off x="593725" y="222821"/>
            <a:ext cx="8550275" cy="361950"/>
            <a:chOff x="0" y="0"/>
            <a:chExt cx="8550524" cy="362139"/>
          </a:xfrm>
        </p:grpSpPr>
        <p:sp>
          <p:nvSpPr>
            <p:cNvPr id="2124" name="Google Shape;2124;p163"/>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2125" name="Google Shape;2125;p163"/>
            <p:cNvSpPr/>
            <p:nvPr/>
          </p:nvSpPr>
          <p:spPr>
            <a:xfrm flipH="1">
              <a:off x="359999" y="714"/>
              <a:ext cx="8190525" cy="361425"/>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2126" name="Google Shape;2126;p163"/>
          <p:cNvGrpSpPr/>
          <p:nvPr/>
        </p:nvGrpSpPr>
        <p:grpSpPr>
          <a:xfrm>
            <a:off x="0" y="576580"/>
            <a:ext cx="3806825" cy="539750"/>
            <a:chOff x="0" y="0"/>
            <a:chExt cx="3807075" cy="540000"/>
          </a:xfrm>
        </p:grpSpPr>
        <p:sp>
          <p:nvSpPr>
            <p:cNvPr id="2127" name="Google Shape;2127;p163"/>
            <p:cNvSpPr/>
            <p:nvPr/>
          </p:nvSpPr>
          <p:spPr>
            <a:xfrm flipH="1">
              <a:off x="0" y="0"/>
              <a:ext cx="3267075"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Event Listeners</a:t>
              </a:r>
              <a:endParaRPr b="1" i="0" sz="1800" u="none">
                <a:solidFill>
                  <a:srgbClr val="FFFFFF"/>
                </a:solidFill>
                <a:latin typeface="Calibri"/>
                <a:ea typeface="Calibri"/>
                <a:cs typeface="Calibri"/>
                <a:sym typeface="Calibri"/>
              </a:endParaRPr>
            </a:p>
          </p:txBody>
        </p:sp>
        <p:sp>
          <p:nvSpPr>
            <p:cNvPr id="2128" name="Google Shape;2128;p163"/>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2129" name="Google Shape;2129;p163"/>
          <p:cNvSpPr/>
          <p:nvPr/>
        </p:nvSpPr>
        <p:spPr>
          <a:xfrm>
            <a:off x="1297305" y="1397000"/>
            <a:ext cx="7846695" cy="3001334"/>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600"/>
              <a:buFont typeface="Arial"/>
              <a:buNone/>
            </a:pPr>
            <a:r>
              <a:rPr b="1" i="0" lang="en" sz="1600" u="none">
                <a:solidFill>
                  <a:schemeClr val="dk1"/>
                </a:solidFill>
                <a:latin typeface="Arial"/>
                <a:ea typeface="Arial"/>
                <a:cs typeface="Arial"/>
                <a:sym typeface="Arial"/>
              </a:rPr>
              <a:t>addEventListener</a:t>
            </a:r>
            <a:endParaRPr b="0" i="0" sz="1600" u="non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	This method allows you to attach an event listener to an element. It takes two 	arguments: the type of event to listen for and the function to be called when 	the event occurs</a:t>
            </a:r>
            <a:endParaRPr/>
          </a:p>
          <a:p>
            <a:pPr indent="0" lvl="0" marL="0" marR="0" rtl="0" algn="l">
              <a:lnSpc>
                <a:spcPct val="150000"/>
              </a:lnSpc>
              <a:spcBef>
                <a:spcPts val="0"/>
              </a:spcBef>
              <a:spcAft>
                <a:spcPts val="0"/>
              </a:spcAft>
              <a:buClr>
                <a:schemeClr val="dk1"/>
              </a:buClr>
              <a:buSzPts val="1600"/>
              <a:buFont typeface="Arial"/>
              <a:buNone/>
            </a:pPr>
            <a:r>
              <a:t/>
            </a:r>
            <a:endParaRPr b="0" i="0" sz="1600" u="non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	let myButton = document.getElementById("myButton");</a:t>
            </a:r>
            <a:endParaRPr/>
          </a:p>
          <a:p>
            <a:pPr indent="0" lvl="0" marL="0" marR="0" rtl="0" algn="l">
              <a:lnSpc>
                <a:spcPct val="150000"/>
              </a:lnSpc>
              <a:spcBef>
                <a:spcPts val="0"/>
              </a:spcBef>
              <a:spcAft>
                <a:spcPts val="0"/>
              </a:spcAft>
              <a:buClr>
                <a:schemeClr val="dk1"/>
              </a:buClr>
              <a:buSzPts val="1600"/>
              <a:buFont typeface="Arial"/>
              <a:buNone/>
            </a:pPr>
            <a:r>
              <a:rPr b="0" i="0" lang="en" sz="1600" u="none">
                <a:solidFill>
                  <a:schemeClr val="dk1"/>
                </a:solidFill>
                <a:latin typeface="Arial"/>
                <a:ea typeface="Arial"/>
                <a:cs typeface="Arial"/>
                <a:sym typeface="Arial"/>
              </a:rPr>
              <a:t>	myButton.addEventListener("click", myFunction);</a:t>
            </a:r>
            <a:endParaRPr/>
          </a:p>
        </p:txBody>
      </p:sp>
    </p:spTree>
  </p:cSld>
  <p:clrMapOvr>
    <a:masterClrMapping/>
  </p:clrMapOvr>
  <p:transition spd="slow">
    <p:push/>
  </p:transition>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3" name="Shape 2133"/>
        <p:cNvGrpSpPr/>
        <p:nvPr/>
      </p:nvGrpSpPr>
      <p:grpSpPr>
        <a:xfrm>
          <a:off x="0" y="0"/>
          <a:ext cx="0" cy="0"/>
          <a:chOff x="0" y="0"/>
          <a:chExt cx="0" cy="0"/>
        </a:xfrm>
      </p:grpSpPr>
      <p:pic>
        <p:nvPicPr>
          <p:cNvPr id="2134" name="Google Shape;2134;p164"/>
          <p:cNvPicPr preferRelativeResize="0"/>
          <p:nvPr/>
        </p:nvPicPr>
        <p:blipFill rotWithShape="1">
          <a:blip r:embed="rId3">
            <a:alphaModFix/>
          </a:blip>
          <a:srcRect b="0" l="0" r="0" t="0"/>
          <a:stretch/>
        </p:blipFill>
        <p:spPr>
          <a:xfrm>
            <a:off x="2693424" y="1098895"/>
            <a:ext cx="3757150" cy="3757150"/>
          </a:xfrm>
          <a:prstGeom prst="rect">
            <a:avLst/>
          </a:prstGeom>
          <a:noFill/>
          <a:ln>
            <a:noFill/>
          </a:ln>
        </p:spPr>
      </p:pic>
      <p:sp>
        <p:nvSpPr>
          <p:cNvPr id="2135" name="Google Shape;2135;p164"/>
          <p:cNvSpPr/>
          <p:nvPr/>
        </p:nvSpPr>
        <p:spPr>
          <a:xfrm flipH="1">
            <a:off x="593788" y="596900"/>
            <a:ext cx="360300" cy="45465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2136" name="Google Shape;2136;p164"/>
          <p:cNvSpPr/>
          <p:nvPr/>
        </p:nvSpPr>
        <p:spPr>
          <a:xfrm flipH="1" rot="10800000">
            <a:off x="3267075" y="-100"/>
            <a:ext cx="539700" cy="597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nvGrpSpPr>
          <p:cNvPr id="2137" name="Google Shape;2137;p164"/>
          <p:cNvGrpSpPr/>
          <p:nvPr/>
        </p:nvGrpSpPr>
        <p:grpSpPr>
          <a:xfrm>
            <a:off x="593725" y="222821"/>
            <a:ext cx="8550524" cy="362033"/>
            <a:chOff x="0" y="0"/>
            <a:chExt cx="8550524" cy="362214"/>
          </a:xfrm>
        </p:grpSpPr>
        <p:sp>
          <p:nvSpPr>
            <p:cNvPr id="2138" name="Google Shape;2138;p164"/>
            <p:cNvSpPr/>
            <p:nvPr/>
          </p:nvSpPr>
          <p:spPr>
            <a:xfrm rot="-5400000">
              <a:off x="0" y="0"/>
              <a:ext cx="360000" cy="360000"/>
            </a:xfrm>
            <a:prstGeom prst="rtTriangle">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sp>
          <p:nvSpPr>
            <p:cNvPr id="2139" name="Google Shape;2139;p164"/>
            <p:cNvSpPr/>
            <p:nvPr/>
          </p:nvSpPr>
          <p:spPr>
            <a:xfrm flipH="1">
              <a:off x="359924" y="714"/>
              <a:ext cx="8190600" cy="361500"/>
            </a:xfrm>
            <a:prstGeom prst="rect">
              <a:avLst/>
            </a:prstGeom>
            <a:solidFill>
              <a:srgbClr val="6666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grpSp>
        <p:nvGrpSpPr>
          <p:cNvPr id="2140" name="Google Shape;2140;p164"/>
          <p:cNvGrpSpPr/>
          <p:nvPr/>
        </p:nvGrpSpPr>
        <p:grpSpPr>
          <a:xfrm>
            <a:off x="75" y="576580"/>
            <a:ext cx="3806619" cy="539730"/>
            <a:chOff x="75" y="0"/>
            <a:chExt cx="3807000" cy="540000"/>
          </a:xfrm>
        </p:grpSpPr>
        <p:sp>
          <p:nvSpPr>
            <p:cNvPr id="2141" name="Google Shape;2141;p164"/>
            <p:cNvSpPr/>
            <p:nvPr/>
          </p:nvSpPr>
          <p:spPr>
            <a:xfrm flipH="1">
              <a:off x="75" y="0"/>
              <a:ext cx="3267000" cy="5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 sz="1800" u="none">
                  <a:solidFill>
                    <a:srgbClr val="FFFFFF"/>
                  </a:solidFill>
                  <a:latin typeface="Calibri"/>
                  <a:ea typeface="Calibri"/>
                  <a:cs typeface="Calibri"/>
                  <a:sym typeface="Calibri"/>
                </a:rPr>
                <a:t>Fun Activity</a:t>
              </a:r>
              <a:endParaRPr/>
            </a:p>
          </p:txBody>
        </p:sp>
        <p:sp>
          <p:nvSpPr>
            <p:cNvPr id="2142" name="Google Shape;2142;p164"/>
            <p:cNvSpPr/>
            <p:nvPr/>
          </p:nvSpPr>
          <p:spPr>
            <a:xfrm flipH="1" rot="10800000">
              <a:off x="3267075" y="0"/>
              <a:ext cx="540000" cy="540000"/>
            </a:xfrm>
            <a:prstGeom prst="rtTriangl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00"/>
                <a:buFont typeface="Arial"/>
                <a:buNone/>
              </a:pPr>
              <a:r>
                <a:t/>
              </a:r>
              <a:endParaRPr b="0" i="0" sz="1300" u="none">
                <a:solidFill>
                  <a:srgbClr val="FFFFFF"/>
                </a:solidFill>
                <a:latin typeface="Calibri"/>
                <a:ea typeface="Calibri"/>
                <a:cs typeface="Calibri"/>
                <a:sym typeface="Calibri"/>
              </a:endParaRPr>
            </a:p>
          </p:txBody>
        </p:sp>
      </p:grpSp>
      <p:sp>
        <p:nvSpPr>
          <p:cNvPr id="2143" name="Google Shape;2143;p164"/>
          <p:cNvSpPr/>
          <p:nvPr/>
        </p:nvSpPr>
        <p:spPr>
          <a:xfrm>
            <a:off x="1125509" y="1762204"/>
            <a:ext cx="7846800" cy="25545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6666FF"/>
              </a:buClr>
              <a:buSzPts val="8000"/>
              <a:buFont typeface="Arial"/>
              <a:buNone/>
            </a:pPr>
            <a:r>
              <a:rPr b="1" i="0" lang="en" sz="8000" u="none">
                <a:solidFill>
                  <a:srgbClr val="6666FF"/>
                </a:solidFill>
                <a:latin typeface="Calibri"/>
                <a:ea typeface="Calibri"/>
                <a:cs typeface="Calibri"/>
                <a:sym typeface="Calibri"/>
              </a:rPr>
              <a:t>Let’s Make a Game</a:t>
            </a:r>
            <a:endParaRPr b="1" i="0" sz="8000" u="none">
              <a:solidFill>
                <a:srgbClr val="6666FF"/>
              </a:solidFill>
              <a:latin typeface="Calibri"/>
              <a:ea typeface="Calibri"/>
              <a:cs typeface="Calibri"/>
              <a:sym typeface="Calibri"/>
            </a:endParaRPr>
          </a:p>
        </p:txBody>
      </p:sp>
    </p:spTree>
  </p:cSld>
  <p:clrMapOvr>
    <a:masterClrMapping/>
  </p:clrMapOvr>
  <p:transition spd="slow">
    <p:push/>
  </p:transition>
</p:sld>
</file>

<file path=ppt/theme/theme1.xml><?xml version="1.0" encoding="utf-8"?>
<a:theme xmlns:a="http://schemas.openxmlformats.org/drawingml/2006/main" xmlns:r="http://schemas.openxmlformats.org/officeDocument/2006/relationships" name="Office 主题">
  <a:themeElements>
    <a:clrScheme name="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